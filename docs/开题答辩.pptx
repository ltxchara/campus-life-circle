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7.xml" ContentType="application/vnd.openxmlformats-officedocument.presentationml.tags+xml"/>
  <Override PartName="/ppt/notesSlides/notesSlide11.xml" ContentType="application/vnd.openxmlformats-officedocument.presentationml.notesSlide+xml"/>
  <Override PartName="/ppt/tags/tag48.xml" ContentType="application/vnd.openxmlformats-officedocument.presentationml.tags+xml"/>
  <Override PartName="/ppt/notesSlides/notesSlide12.xml" ContentType="application/vnd.openxmlformats-officedocument.presentationml.notesSlide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8"/>
  </p:sldMasterIdLst>
  <p:notesMasterIdLst>
    <p:notesMasterId r:id="rId52"/>
  </p:notesMasterIdLst>
  <p:sldIdLst>
    <p:sldId id="256" r:id="rId39"/>
    <p:sldId id="257" r:id="rId40"/>
    <p:sldId id="258" r:id="rId41"/>
    <p:sldId id="259" r:id="rId42"/>
    <p:sldId id="332" r:id="rId43"/>
    <p:sldId id="300" r:id="rId44"/>
    <p:sldId id="333" r:id="rId45"/>
    <p:sldId id="330" r:id="rId46"/>
    <p:sldId id="334" r:id="rId47"/>
    <p:sldId id="329" r:id="rId48"/>
    <p:sldId id="336" r:id="rId49"/>
    <p:sldId id="338" r:id="rId50"/>
    <p:sldId id="260" r:id="rId51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ED9"/>
    <a:srgbClr val="262626"/>
    <a:srgbClr val="222222"/>
    <a:srgbClr val="EE4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6" autoAdjust="0"/>
    <p:restoredTop sz="94660"/>
  </p:normalViewPr>
  <p:slideViewPr>
    <p:cSldViewPr snapToGrid="0">
      <p:cViewPr varScale="1">
        <p:scale>
          <a:sx n="90" d="100"/>
          <a:sy n="90" d="100"/>
        </p:scale>
        <p:origin x="6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1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slide" Target="slides/slide4.xml"/><Relationship Id="rId47" Type="http://schemas.openxmlformats.org/officeDocument/2006/relationships/slide" Target="slides/slide9.xml"/><Relationship Id="rId50" Type="http://schemas.openxmlformats.org/officeDocument/2006/relationships/slide" Target="slides/slide12.xml"/><Relationship Id="rId55" Type="http://schemas.openxmlformats.org/officeDocument/2006/relationships/viewProps" Target="view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" Target="slides/slide2.xml"/><Relationship Id="rId45" Type="http://schemas.openxmlformats.org/officeDocument/2006/relationships/slide" Target="slides/slide7.xml"/><Relationship Id="rId53" Type="http://schemas.openxmlformats.org/officeDocument/2006/relationships/tags" Target="tags/tag1.xml"/><Relationship Id="rId5" Type="http://schemas.openxmlformats.org/officeDocument/2006/relationships/customXml" Target="../customXml/item5.xml"/><Relationship Id="rId19" Type="http://schemas.openxmlformats.org/officeDocument/2006/relationships/customXml" Target="../customXml/item1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slide" Target="slides/slide5.xml"/><Relationship Id="rId48" Type="http://schemas.openxmlformats.org/officeDocument/2006/relationships/slide" Target="slides/slide10.xml"/><Relationship Id="rId56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slide" Target="slides/slide13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slideMaster" Target="slideMasters/slideMaster1.xml"/><Relationship Id="rId46" Type="http://schemas.openxmlformats.org/officeDocument/2006/relationships/slide" Target="slides/slide8.xml"/><Relationship Id="rId20" Type="http://schemas.openxmlformats.org/officeDocument/2006/relationships/customXml" Target="../customXml/item20.xml"/><Relationship Id="rId41" Type="http://schemas.openxmlformats.org/officeDocument/2006/relationships/slide" Target="slides/slide3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11.xml"/><Relationship Id="rId57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" Target="slides/slide6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A3EF-D6D8-4023-9E72-E7F7B961B3E6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2DB1B-3516-4BE7-B932-ADA2C83469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C6FA-4F8B-444B-318C-50690160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87E8C6-0BB9-B76E-5996-21EC97301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10EE51-F7B0-AF5B-D155-E1347E223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13C39E-C9AF-46F7-BB5D-6B14CF7A4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5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D40B-250C-9903-7CDA-85BDF11C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F9ADE6-F9EB-B703-732C-F5AA70F1E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08E507-5F8B-BBD2-8D1D-3A908744B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68293-EA9F-EAF0-3260-5F380B561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018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E3E9-E486-8DC5-6C52-05EE8A10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568B4D-F4F8-4BC2-D4AA-89E90B11D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952CBF-ADF4-09FC-1494-90DB5443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269CD4-02C9-EEFA-E430-0FB0AFB17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98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01B7-4E01-0B4B-A99F-FF295345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34E228-D32B-608F-EA72-AFEB5CC09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51DD55-3E2A-9E79-7446-6156D52D0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EE0414-1B24-2AB3-C014-37EE8A7A4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15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F348-862C-0DA5-F1EF-3DD1FE29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C05113-737F-8755-1B17-B9627EAD4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97BA53-C56B-67BB-B555-4500EECBF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9BF721-6E1E-50F0-6BC6-F95D64BFB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429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2C06-6769-6648-00BA-EE77C9B4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91355B-E9A8-6324-77B6-D2891F3EF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FA994-9ABF-1B45-EFE1-C33AADD9C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2D8A28-D3D9-729E-8239-DD70E760A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632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03D8D-2CA3-EBF7-E226-3D6B1BFB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8F4875-D291-3A65-A343-4DF97EEBB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DBDB13-0399-E1FB-71DC-B5FF6CD99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A793BC-AC77-AD20-6F64-56A969746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604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5DD8BC-D6FC-4DC7-95EE-0B21F35818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29DF-252A-4EEB-B821-AF374066844C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D3CE-7850-4E17-AA27-91629DCD11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29DF-252A-4EEB-B821-AF374066844C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5D3CE-7850-4E17-AA27-91629DCD11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5.xml"/><Relationship Id="rId21" Type="http://schemas.microsoft.com/office/2007/relationships/hdphoto" Target="../media/hdphoto1.wdp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3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1.jpe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microsoft.com/office/2007/relationships/hdphoto" Target="../media/hdphoto1.wd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.jpeg"/><Relationship Id="rId5" Type="http://schemas.openxmlformats.org/officeDocument/2006/relationships/tags" Target="../tags/tag23.xml"/><Relationship Id="rId15" Type="http://schemas.openxmlformats.org/officeDocument/2006/relationships/image" Target="../media/image4.png"/><Relationship Id="rId10" Type="http://schemas.openxmlformats.org/officeDocument/2006/relationships/notesSlide" Target="../notesSlides/notesSlide4.xml"/><Relationship Id="rId4" Type="http://schemas.openxmlformats.org/officeDocument/2006/relationships/tags" Target="../tags/tag22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microsoft.com/office/2007/relationships/hdphoto" Target="../media/hdphoto1.wdp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3.png"/><Relationship Id="rId2" Type="http://schemas.openxmlformats.org/officeDocument/2006/relationships/tags" Target="../tags/tag28.xml"/><Relationship Id="rId16" Type="http://schemas.openxmlformats.org/officeDocument/2006/relationships/image" Target="../media/image6.pn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1.jpeg"/><Relationship Id="rId5" Type="http://schemas.openxmlformats.org/officeDocument/2006/relationships/tags" Target="../tags/tag31.xml"/><Relationship Id="rId15" Type="http://schemas.openxmlformats.org/officeDocument/2006/relationships/image" Target="../media/image5.jpeg"/><Relationship Id="rId10" Type="http://schemas.openxmlformats.org/officeDocument/2006/relationships/notesSlide" Target="../notesSlides/notesSlide5.xml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microsoft.com/office/2007/relationships/hdphoto" Target="../media/hdphoto1.wd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3.png"/><Relationship Id="rId2" Type="http://schemas.openxmlformats.org/officeDocument/2006/relationships/tags" Target="../tags/tag36.xml"/><Relationship Id="rId16" Type="http://schemas.openxmlformats.org/officeDocument/2006/relationships/image" Target="../media/image8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.jpeg"/><Relationship Id="rId5" Type="http://schemas.openxmlformats.org/officeDocument/2006/relationships/tags" Target="../tags/tag39.xml"/><Relationship Id="rId15" Type="http://schemas.openxmlformats.org/officeDocument/2006/relationships/image" Target="../media/image7.png"/><Relationship Id="rId10" Type="http://schemas.openxmlformats.org/officeDocument/2006/relationships/notesSlide" Target="../notesSlides/notesSlide6.xml"/><Relationship Id="rId4" Type="http://schemas.openxmlformats.org/officeDocument/2006/relationships/tags" Target="../tags/tag38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60400" y="622299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87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42756" y="4623545"/>
            <a:ext cx="7464056" cy="608498"/>
            <a:chOff x="4848375" y="4652410"/>
            <a:chExt cx="2504926" cy="608498"/>
          </a:xfrm>
        </p:grpSpPr>
        <p:sp>
          <p:nvSpPr>
            <p:cNvPr id="29" name="矩形: 圆角 28"/>
            <p:cNvSpPr/>
            <p:nvPr/>
          </p:nvSpPr>
          <p:spPr>
            <a:xfrm>
              <a:off x="4848375" y="4652410"/>
              <a:ext cx="2504926" cy="3888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916827" y="4676133"/>
              <a:ext cx="23680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Members: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Tianxiang Li,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Haoran Li,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Yihang Jiang,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Jianming Miao,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Zhiwen Hui</a:t>
              </a:r>
              <a:endPara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zh-CN" sz="16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27" name="PA_直接连接符 15"/>
          <p:cNvCxnSpPr/>
          <p:nvPr>
            <p:custDataLst>
              <p:tags r:id="rId1"/>
            </p:custDataLst>
          </p:nvPr>
        </p:nvCxnSpPr>
        <p:spPr>
          <a:xfrm>
            <a:off x="2098675" y="3753347"/>
            <a:ext cx="7994650" cy="0"/>
          </a:xfrm>
          <a:prstGeom prst="line">
            <a:avLst/>
          </a:prstGeom>
          <a:noFill/>
          <a:ln w="12700" cap="flat" cmpd="sng" algn="ctr">
            <a:solidFill>
              <a:srgbClr val="0C7ED9"/>
            </a:solidFill>
            <a:prstDash val="dashDot"/>
            <a:miter lim="800000"/>
          </a:ln>
          <a:effectLst/>
        </p:spPr>
      </p:cxnSp>
      <p:sp>
        <p:nvSpPr>
          <p:cNvPr id="28" name="文本框 27"/>
          <p:cNvSpPr txBox="1"/>
          <p:nvPr/>
        </p:nvSpPr>
        <p:spPr>
          <a:xfrm>
            <a:off x="4416986" y="3910693"/>
            <a:ext cx="337072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rgbClr val="0C7ED9"/>
                </a:solidFill>
                <a:cs typeface="+mn-ea"/>
                <a:sym typeface="+mn-lt"/>
              </a:rPr>
              <a:t>Campus Life Circle Webpage System</a:t>
            </a:r>
          </a:p>
        </p:txBody>
      </p:sp>
      <p:sp>
        <p:nvSpPr>
          <p:cNvPr id="32" name="矩形 31"/>
          <p:cNvSpPr/>
          <p:nvPr/>
        </p:nvSpPr>
        <p:spPr>
          <a:xfrm>
            <a:off x="3197046" y="2889985"/>
            <a:ext cx="59554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spc="600" dirty="0">
                <a:solidFill>
                  <a:srgbClr val="0C7ED9"/>
                </a:solidFill>
                <a:cs typeface="+mn-ea"/>
                <a:sym typeface="+mn-lt"/>
              </a:rPr>
              <a:t>校园生活圈网页系统</a:t>
            </a:r>
            <a:endParaRPr lang="zh-CN" sz="4400" b="1" spc="600" dirty="0">
              <a:solidFill>
                <a:srgbClr val="0C7ED9"/>
              </a:solidFill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232676"/>
            <a:ext cx="4419600" cy="1841502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100" y="622935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2072818" y="3795949"/>
            <a:ext cx="2354402" cy="400110"/>
          </a:xfrm>
          <a:prstGeom prst="rect">
            <a:avLst/>
          </a:prstGeom>
          <a:noFill/>
        </p:spPr>
        <p:txBody>
          <a:bodyPr wrap="none">
            <a:normAutofit fontScale="97500"/>
          </a:bodyPr>
          <a:lstStyle/>
          <a:p>
            <a:pPr algn="ctr"/>
            <a:r>
              <a:rPr lang="en-US" altLang="zh-CN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253334" y="2887950"/>
            <a:ext cx="1978130" cy="882163"/>
            <a:chOff x="3582935" y="2440170"/>
            <a:chExt cx="1978130" cy="882163"/>
          </a:xfrm>
        </p:grpSpPr>
        <p:sp>
          <p:nvSpPr>
            <p:cNvPr id="65" name="Rectangle 2"/>
            <p:cNvSpPr/>
            <p:nvPr/>
          </p:nvSpPr>
          <p:spPr>
            <a:xfrm>
              <a:off x="3582935" y="2440170"/>
              <a:ext cx="1978130" cy="853313"/>
            </a:xfrm>
            <a:prstGeom prst="rect">
              <a:avLst/>
            </a:prstGeom>
            <a:solidFill>
              <a:srgbClr val="0C7ED9"/>
            </a:solidFill>
          </p:spPr>
          <p:txBody>
            <a:bodyPr wrap="square">
              <a:normAutofit/>
            </a:bodyPr>
            <a:lstStyle/>
            <a:p>
              <a:pPr algn="ctr"/>
              <a:r>
                <a:rPr lang="zh-CN" altLang="en-US" sz="4800" b="1" spc="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 录</a:t>
              </a:r>
            </a:p>
          </p:txBody>
        </p:sp>
        <p:sp>
          <p:nvSpPr>
            <p:cNvPr id="67" name="Rectangle 4"/>
            <p:cNvSpPr/>
            <p:nvPr/>
          </p:nvSpPr>
          <p:spPr bwMode="auto">
            <a:xfrm>
              <a:off x="4229961" y="3250325"/>
              <a:ext cx="684076" cy="72008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6347664" y="1807469"/>
            <a:ext cx="5269821" cy="1481528"/>
            <a:chOff x="6205089" y="1647434"/>
            <a:chExt cx="4430626" cy="707886"/>
          </a:xfrm>
        </p:grpSpPr>
        <p:sp>
          <p:nvSpPr>
            <p:cNvPr id="69" name="TextBox 6"/>
            <p:cNvSpPr txBox="1"/>
            <p:nvPr>
              <p:custDataLst>
                <p:tags r:id="rId14"/>
              </p:custDataLst>
            </p:nvPr>
          </p:nvSpPr>
          <p:spPr>
            <a:xfrm>
              <a:off x="6205089" y="1647434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97500"/>
            </a:bodyPr>
            <a:lstStyle/>
            <a:p>
              <a:r>
                <a:rPr lang="en-US" altLang="zh-CN" sz="4000" b="1" dirty="0">
                  <a:solidFill>
                    <a:srgbClr val="0C7E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01</a:t>
              </a:r>
            </a:p>
          </p:txBody>
        </p:sp>
        <p:grpSp>
          <p:nvGrpSpPr>
            <p:cNvPr id="70" name="Group 7"/>
            <p:cNvGrpSpPr/>
            <p:nvPr/>
          </p:nvGrpSpPr>
          <p:grpSpPr>
            <a:xfrm>
              <a:off x="6673141" y="1829609"/>
              <a:ext cx="3962574" cy="444898"/>
              <a:chOff x="3943834" y="775505"/>
              <a:chExt cx="3962574" cy="444898"/>
            </a:xfrm>
          </p:grpSpPr>
          <p:sp>
            <p:nvSpPr>
              <p:cNvPr id="71" name="TextBox 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943834" y="775505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360000" tIns="0" rIns="0" bIns="0" anchor="b" anchorCtr="0"/>
              <a:lstStyle/>
              <a:p>
                <a:r>
                  <a:rPr lang="zh-CN" altLang="en-US" sz="2400" b="1" spc="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背景调研</a:t>
                </a:r>
                <a:endParaRPr lang="en-US" altLang="zh-CN" sz="24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72" name="TextBox 9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943834" y="900035"/>
                <a:ext cx="3962574" cy="320368"/>
              </a:xfrm>
              <a:prstGeom prst="rect">
                <a:avLst/>
              </a:prstGeom>
            </p:spPr>
            <p:txBody>
              <a:bodyPr vert="horz" wrap="square" lIns="360000" tIns="0" rIns="0" bIns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+mn-ea"/>
                    <a:sym typeface="+mn-lt"/>
                  </a:rPr>
                  <a:t>Background Research </a:t>
                </a:r>
              </a:p>
            </p:txBody>
          </p:sp>
        </p:grpSp>
      </p:grpSp>
      <p:pic>
        <p:nvPicPr>
          <p:cNvPr id="95" name="图片 94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5509606" y="2050818"/>
            <a:ext cx="0" cy="2910482"/>
          </a:xfrm>
          <a:prstGeom prst="line">
            <a:avLst/>
          </a:prstGeom>
          <a:ln>
            <a:solidFill>
              <a:srgbClr val="0C7ED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6347664" y="2711312"/>
            <a:ext cx="5281256" cy="1481528"/>
            <a:chOff x="6205089" y="3101151"/>
            <a:chExt cx="4440240" cy="707886"/>
          </a:xfrm>
        </p:grpSpPr>
        <p:sp>
          <p:nvSpPr>
            <p:cNvPr id="4" name="TextBox 16"/>
            <p:cNvSpPr txBox="1"/>
            <p:nvPr>
              <p:custDataLst>
                <p:tags r:id="rId11"/>
              </p:custDataLst>
            </p:nvPr>
          </p:nvSpPr>
          <p:spPr>
            <a:xfrm>
              <a:off x="6205089" y="3101151"/>
              <a:ext cx="732893" cy="707886"/>
            </a:xfrm>
            <a:prstGeom prst="rect">
              <a:avLst/>
            </a:prstGeom>
            <a:noFill/>
          </p:spPr>
          <p:txBody>
            <a:bodyPr wrap="none" anchor="ctr"/>
            <a:lstStyle/>
            <a:p>
              <a:r>
                <a:rPr lang="en-US" altLang="zh-CN" sz="4000" b="1" dirty="0">
                  <a:solidFill>
                    <a:srgbClr val="0C7E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12" name="Group 17"/>
            <p:cNvGrpSpPr/>
            <p:nvPr/>
          </p:nvGrpSpPr>
          <p:grpSpPr>
            <a:xfrm>
              <a:off x="6673141" y="3292561"/>
              <a:ext cx="3972188" cy="482901"/>
              <a:chOff x="3943834" y="784740"/>
              <a:chExt cx="3972188" cy="482901"/>
            </a:xfrm>
          </p:grpSpPr>
          <p:sp>
            <p:nvSpPr>
              <p:cNvPr id="13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953448" y="784740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360000" tIns="0" rIns="0" bIns="0" anchor="b" anchorCtr="0">
                <a:noAutofit/>
              </a:bodyPr>
              <a:lstStyle/>
              <a:p>
                <a:pPr algn="l"/>
                <a:r>
                  <a:rPr lang="zh-CN" altLang="en-US" sz="2400" b="1" spc="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rPr>
                  <a:t>产品介绍</a:t>
                </a:r>
              </a:p>
            </p:txBody>
          </p:sp>
          <p:sp>
            <p:nvSpPr>
              <p:cNvPr id="16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360000" tIns="0" rIns="0" bIns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6347664" y="3668892"/>
            <a:ext cx="5289399" cy="1481528"/>
            <a:chOff x="6205089" y="2361205"/>
            <a:chExt cx="4447086" cy="707886"/>
          </a:xfrm>
        </p:grpSpPr>
        <p:sp>
          <p:nvSpPr>
            <p:cNvPr id="19" name="TextBox 11"/>
            <p:cNvSpPr txBox="1"/>
            <p:nvPr>
              <p:custDataLst>
                <p:tags r:id="rId8"/>
              </p:custDataLst>
            </p:nvPr>
          </p:nvSpPr>
          <p:spPr>
            <a:xfrm>
              <a:off x="6205089" y="2361205"/>
              <a:ext cx="718466" cy="707886"/>
            </a:xfrm>
            <a:prstGeom prst="rect">
              <a:avLst/>
            </a:prstGeom>
            <a:noFill/>
          </p:spPr>
          <p:txBody>
            <a:bodyPr wrap="none" anchor="ctr"/>
            <a:lstStyle/>
            <a:p>
              <a:r>
                <a:rPr lang="en-US" altLang="zh-CN" sz="4000" b="1" dirty="0">
                  <a:solidFill>
                    <a:srgbClr val="0C7E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03</a:t>
              </a:r>
            </a:p>
          </p:txBody>
        </p:sp>
        <p:grpSp>
          <p:nvGrpSpPr>
            <p:cNvPr id="20" name="Group 12"/>
            <p:cNvGrpSpPr/>
            <p:nvPr/>
          </p:nvGrpSpPr>
          <p:grpSpPr>
            <a:xfrm>
              <a:off x="6673141" y="2533354"/>
              <a:ext cx="3979034" cy="502162"/>
              <a:chOff x="3943834" y="765479"/>
              <a:chExt cx="3979034" cy="502162"/>
            </a:xfrm>
          </p:grpSpPr>
          <p:sp>
            <p:nvSpPr>
              <p:cNvPr id="21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960294" y="765479"/>
                <a:ext cx="3962574" cy="242864"/>
              </a:xfrm>
              <a:prstGeom prst="rect">
                <a:avLst/>
              </a:prstGeom>
              <a:noFill/>
            </p:spPr>
            <p:txBody>
              <a:bodyPr wrap="none" lIns="360000" tIns="0" rIns="0" bIns="0" anchor="b" anchorCtr="0"/>
              <a:lstStyle>
                <a:defPPr>
                  <a:defRPr lang="zh-CN"/>
                </a:defPPr>
                <a:lvl1pPr>
                  <a:defRPr sz="1600">
                    <a:solidFill>
                      <a:schemeClr val="tx2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  <a:cs typeface="+mn-ea"/>
                  </a:defRPr>
                </a:lvl1pPr>
              </a:lstStyle>
              <a:p>
                <a:pPr algn="l"/>
                <a:r>
                  <a:rPr lang="zh-CN" altLang="en-US" sz="2400" b="1" spc="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sym typeface="+mn-lt"/>
                  </a:rPr>
                  <a:t>技术实现</a:t>
                </a:r>
              </a:p>
            </p:txBody>
          </p:sp>
          <p:sp>
            <p:nvSpPr>
              <p:cNvPr id="22" name="TextBox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943834" y="947273"/>
                <a:ext cx="3962574" cy="320368"/>
              </a:xfrm>
              <a:prstGeom prst="rect">
                <a:avLst/>
              </a:prstGeom>
            </p:spPr>
            <p:txBody>
              <a:bodyPr vert="horz" wrap="square" lIns="360000" tIns="0" rIns="0" bIns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8" name="TextBox 23"/>
          <p:cNvSpPr txBox="1"/>
          <p:nvPr>
            <p:custDataLst>
              <p:tags r:id="rId4"/>
            </p:custDataLst>
          </p:nvPr>
        </p:nvSpPr>
        <p:spPr>
          <a:xfrm>
            <a:off x="7048671" y="5247804"/>
            <a:ext cx="4713116" cy="50828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pPr algn="l"/>
            <a:endParaRPr lang="zh-CN" altLang="en-US" sz="1600" b="1" spc="3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3" name="TextBox 24"/>
          <p:cNvSpPr txBox="1"/>
          <p:nvPr>
            <p:custDataLst>
              <p:tags r:id="rId5"/>
            </p:custDataLst>
          </p:nvPr>
        </p:nvSpPr>
        <p:spPr>
          <a:xfrm>
            <a:off x="6858910" y="5896095"/>
            <a:ext cx="3962574" cy="320368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en-US" altLang="zh-CN" sz="105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81799259-1D99-A85D-86FA-BF855372FC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935382" y="3366056"/>
            <a:ext cx="4713116" cy="670495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Product Introduction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4DAA0BD1-E369-0092-E10B-E0F68B83E18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935382" y="4325844"/>
            <a:ext cx="4713116" cy="670495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Technical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4233287" y="2267259"/>
            <a:ext cx="3725426" cy="713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600" normalizeH="0" baseline="0" noProof="0" dirty="0">
                <a:ln>
                  <a:noFill/>
                </a:ln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PART 01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886200" y="2883067"/>
            <a:ext cx="4419600" cy="1106805"/>
            <a:chOff x="8643435" y="2772085"/>
            <a:chExt cx="2272882" cy="1106805"/>
          </a:xfrm>
        </p:grpSpPr>
        <p:sp>
          <p:nvSpPr>
            <p:cNvPr id="65" name="Rectangle 2"/>
            <p:cNvSpPr/>
            <p:nvPr/>
          </p:nvSpPr>
          <p:spPr>
            <a:xfrm>
              <a:off x="8643435" y="2968069"/>
              <a:ext cx="2272882" cy="853313"/>
            </a:xfrm>
            <a:prstGeom prst="rect">
              <a:avLst/>
            </a:prstGeom>
            <a:solidFill>
              <a:srgbClr val="0C7ED9"/>
            </a:solidFill>
          </p:spPr>
          <p:txBody>
            <a:bodyPr wrap="square">
              <a:noAutofit/>
            </a:bodyPr>
            <a:lstStyle/>
            <a:p>
              <a:pPr lvl="0" algn="ctr">
                <a:lnSpc>
                  <a:spcPct val="150000"/>
                </a:lnSpc>
              </a:pPr>
              <a:endParaRPr lang="zh-CN" altLang="en-US" sz="4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67" name="Rectangle 4"/>
            <p:cNvSpPr/>
            <p:nvPr/>
          </p:nvSpPr>
          <p:spPr bwMode="auto">
            <a:xfrm>
              <a:off x="9459029" y="3778224"/>
              <a:ext cx="641694" cy="72008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886724" y="2772085"/>
              <a:ext cx="1792834" cy="1106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lnSpc>
                  <a:spcPct val="150000"/>
                </a:lnSpc>
              </a:pPr>
              <a:r>
                <a:rPr lang="zh-CN" altLang="en-US" sz="4400" b="1" spc="6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背景调研</a:t>
              </a: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009900" y="4045971"/>
            <a:ext cx="617220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spc="3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— Background Research 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/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01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164819" y="2507437"/>
            <a:ext cx="696237" cy="2791872"/>
            <a:chOff x="1187083" y="2656429"/>
            <a:chExt cx="696237" cy="2791872"/>
          </a:xfrm>
        </p:grpSpPr>
        <p:sp>
          <p:nvSpPr>
            <p:cNvPr id="26" name="TextBox 10"/>
            <p:cNvSpPr txBox="1"/>
            <p:nvPr/>
          </p:nvSpPr>
          <p:spPr>
            <a:xfrm>
              <a:off x="1331505" y="2656429"/>
              <a:ext cx="551815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背景调研</a:t>
              </a: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1187083" y="2656429"/>
              <a:ext cx="305435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Background Research</a:t>
              </a:r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6381115" y="2021205"/>
            <a:ext cx="4541520" cy="3269154"/>
            <a:chOff x="6448234" y="1813552"/>
            <a:chExt cx="2349953" cy="3560456"/>
          </a:xfrm>
        </p:grpSpPr>
        <p:grpSp>
          <p:nvGrpSpPr>
            <p:cNvPr id="20" name="组合 19"/>
            <p:cNvGrpSpPr/>
            <p:nvPr/>
          </p:nvGrpSpPr>
          <p:grpSpPr>
            <a:xfrm>
              <a:off x="6448234" y="1813552"/>
              <a:ext cx="2349953" cy="1759108"/>
              <a:chOff x="6379743" y="2069398"/>
              <a:chExt cx="2349953" cy="1759108"/>
            </a:xfrm>
          </p:grpSpPr>
          <p:sp>
            <p:nvSpPr>
              <p:cNvPr id="21" name="iśḻíḓé"/>
              <p:cNvSpPr/>
              <p:nvPr>
                <p:custDataLst>
                  <p:tags r:id="rId6"/>
                </p:custDataLst>
              </p:nvPr>
            </p:nvSpPr>
            <p:spPr>
              <a:xfrm>
                <a:off x="6379743" y="2069398"/>
                <a:ext cx="2349953" cy="1699966"/>
              </a:xfrm>
              <a:prstGeom prst="rect">
                <a:avLst/>
              </a:prstGeom>
              <a:solidFill>
                <a:srgbClr val="0C7E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476556" y="2096724"/>
                <a:ext cx="2156326" cy="1731782"/>
                <a:chOff x="1794727" y="1991910"/>
                <a:chExt cx="2156326" cy="1731782"/>
              </a:xfrm>
            </p:grpSpPr>
            <p:sp>
              <p:nvSpPr>
                <p:cNvPr id="23" name="文本框 22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2046251" y="1991910"/>
                  <a:ext cx="1671556" cy="368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问题背景</a:t>
                  </a:r>
                </a:p>
              </p:txBody>
            </p:sp>
            <p:sp>
              <p:nvSpPr>
                <p:cNvPr id="24" name="文本框 23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794727" y="2274087"/>
                  <a:ext cx="2156326" cy="14496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在校生的使用场景主要包括换宿舍、毕业季出物、资料交换、树洞、失物招领、社团招募、兼职跑腿、拼车等，本地属性强，具体到个人。</a:t>
                  </a:r>
                  <a:endParaRPr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5" name="组合 24"/>
            <p:cNvGrpSpPr/>
            <p:nvPr/>
          </p:nvGrpSpPr>
          <p:grpSpPr>
            <a:xfrm>
              <a:off x="6448234" y="3553516"/>
              <a:ext cx="2349953" cy="1820492"/>
              <a:chOff x="6379743" y="3809362"/>
              <a:chExt cx="2349953" cy="1820492"/>
            </a:xfrm>
          </p:grpSpPr>
          <p:sp>
            <p:nvSpPr>
              <p:cNvPr id="29" name="îslïdê"/>
              <p:cNvSpPr/>
              <p:nvPr>
                <p:custDataLst>
                  <p:tags r:id="rId3"/>
                </p:custDataLst>
              </p:nvPr>
            </p:nvSpPr>
            <p:spPr>
              <a:xfrm>
                <a:off x="6379743" y="3809362"/>
                <a:ext cx="2349953" cy="1699966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6485695" y="3957384"/>
                <a:ext cx="2156326" cy="1672470"/>
                <a:chOff x="1803866" y="2112606"/>
                <a:chExt cx="2156326" cy="1672470"/>
              </a:xfrm>
            </p:grpSpPr>
            <p:sp>
              <p:nvSpPr>
                <p:cNvPr id="33" name="文本框 32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037442" y="2112606"/>
                  <a:ext cx="1671556" cy="368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重大问题：缺乏时效性</a:t>
                  </a:r>
                </a:p>
              </p:txBody>
            </p:sp>
            <p:sp>
              <p:nvSpPr>
                <p:cNvPr id="34" name="文本框 3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803866" y="2432341"/>
                  <a:ext cx="2156326" cy="13527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校内信息分散在 </a:t>
                  </a:r>
                  <a:r>
                    <a:rPr lang="en-US" altLang="zh-CN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QQ </a:t>
                  </a:r>
                  <a:r>
                    <a:rPr lang="zh-CN" altLang="en-US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群</a:t>
                  </a:r>
                  <a:r>
                    <a:rPr lang="en-US" altLang="zh-CN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/</a:t>
                  </a:r>
                  <a:r>
                    <a:rPr lang="zh-CN" altLang="en-US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微信群，沉底、搜不到；树洞</a:t>
                  </a:r>
                  <a:r>
                    <a:rPr lang="en-US" altLang="zh-CN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/</a:t>
                  </a:r>
                  <a:r>
                    <a:rPr lang="zh-CN" altLang="en-US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匿名发言易失控；官方通知与学生实时讨论割裂。</a:t>
                  </a:r>
                </a:p>
              </p:txBody>
            </p:sp>
          </p:grpSp>
        </p:grpSp>
      </p:grpSp>
      <p:sp>
        <p:nvSpPr>
          <p:cNvPr id="55" name="矩形 54"/>
          <p:cNvSpPr/>
          <p:nvPr>
            <p:custDataLst>
              <p:tags r:id="rId2"/>
            </p:custDataLst>
          </p:nvPr>
        </p:nvSpPr>
        <p:spPr>
          <a:xfrm>
            <a:off x="2052955" y="1094740"/>
            <a:ext cx="4114800" cy="5647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需求分析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E15A82-0809-3396-9AD1-41F78CDE9E11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805616" y="1979433"/>
            <a:ext cx="4551973" cy="3200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CC44-BC4A-6BBD-DF27-3551BB61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FB5FBC74-CB08-3F6A-2B84-AD77CCAB4F56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53D4CA-6BCD-B04F-9776-BBF12F9C26E7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F6AB4EA-25E2-3355-F0AA-9CC8167C804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9666B6B-DFAA-7B42-F5C1-8B9461869DA0}"/>
              </a:ext>
            </a:extLst>
          </p:cNvPr>
          <p:cNvSpPr/>
          <p:nvPr/>
        </p:nvSpPr>
        <p:spPr>
          <a:xfrm>
            <a:off x="673100" y="630046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160F4C80-3C02-F1D3-0ED3-0E0B2E8EBC78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368CE32-C12D-793D-BDF2-98B93F504294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25C118C-FDCE-2909-23CF-67CC667A2DB2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EB517BE2-7FAB-AC9A-67F4-0543FDB667C8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2A519EF8-93C9-A77E-3908-B2FEE5F3F087}"/>
              </a:ext>
            </a:extLst>
          </p:cNvPr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0CA09D8A-D342-5A13-63E1-E542D975724A}"/>
              </a:ext>
            </a:extLst>
          </p:cNvPr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01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29BD2D3-A53C-E8CF-7C04-DE86BFC73BC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69A1394-E3E2-728C-3221-6FE0B2DAF358}"/>
              </a:ext>
            </a:extLst>
          </p:cNvPr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36DE76A-312B-B08B-1A4A-6E03BEBA127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1103696-DFD0-BFC7-40AA-DD0C0EDF3FB0}"/>
              </a:ext>
            </a:extLst>
          </p:cNvPr>
          <p:cNvGrpSpPr/>
          <p:nvPr/>
        </p:nvGrpSpPr>
        <p:grpSpPr>
          <a:xfrm>
            <a:off x="1164819" y="2507437"/>
            <a:ext cx="696237" cy="2791872"/>
            <a:chOff x="1187083" y="2656429"/>
            <a:chExt cx="696237" cy="2791872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92CB2FB4-3683-CB03-AA8A-31A996607185}"/>
                </a:ext>
              </a:extLst>
            </p:cNvPr>
            <p:cNvSpPr txBox="1"/>
            <p:nvPr/>
          </p:nvSpPr>
          <p:spPr>
            <a:xfrm>
              <a:off x="1331505" y="2656429"/>
              <a:ext cx="551815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背景调研</a:t>
              </a:r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E7A8F634-F8F4-5E36-CC8C-47071B4ADFAF}"/>
                </a:ext>
              </a:extLst>
            </p:cNvPr>
            <p:cNvSpPr txBox="1"/>
            <p:nvPr/>
          </p:nvSpPr>
          <p:spPr>
            <a:xfrm>
              <a:off x="1187083" y="2656429"/>
              <a:ext cx="305435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Background Research</a:t>
              </a:r>
            </a:p>
          </p:txBody>
        </p:sp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7C7ED14F-27A9-3560-A812-7230A00BDC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52955" y="1094740"/>
            <a:ext cx="4114800" cy="5647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市场分析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7F9B6E2-D713-0444-C959-B64E6EDC0C7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007480" y="1595278"/>
            <a:ext cx="5746981" cy="4081998"/>
            <a:chOff x="6448234" y="1813552"/>
            <a:chExt cx="2349953" cy="346502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A4DB873-0C4C-366E-4215-C77A83D1A8B3}"/>
                </a:ext>
              </a:extLst>
            </p:cNvPr>
            <p:cNvGrpSpPr/>
            <p:nvPr/>
          </p:nvGrpSpPr>
          <p:grpSpPr>
            <a:xfrm>
              <a:off x="6448234" y="1813552"/>
              <a:ext cx="2349953" cy="1699966"/>
              <a:chOff x="6379743" y="2069398"/>
              <a:chExt cx="2349953" cy="1699966"/>
            </a:xfrm>
          </p:grpSpPr>
          <p:sp>
            <p:nvSpPr>
              <p:cNvPr id="21" name="iśḻíḓé">
                <a:extLst>
                  <a:ext uri="{FF2B5EF4-FFF2-40B4-BE49-F238E27FC236}">
                    <a16:creationId xmlns:a16="http://schemas.microsoft.com/office/drawing/2014/main" id="{931C2959-8469-05F2-BCA6-F4A4E5957506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6379743" y="2069398"/>
                <a:ext cx="2349953" cy="1699966"/>
              </a:xfrm>
              <a:prstGeom prst="rect">
                <a:avLst/>
              </a:prstGeom>
              <a:solidFill>
                <a:srgbClr val="0C7E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27E547F-344A-2F9D-283A-3E8409CCE06C}"/>
                  </a:ext>
                </a:extLst>
              </p:cNvPr>
              <p:cNvGrpSpPr/>
              <p:nvPr/>
            </p:nvGrpSpPr>
            <p:grpSpPr>
              <a:xfrm>
                <a:off x="6458398" y="2149645"/>
                <a:ext cx="2156326" cy="968803"/>
                <a:chOff x="1776569" y="2044831"/>
                <a:chExt cx="2156326" cy="968803"/>
              </a:xfrm>
            </p:grpSpPr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F46F614-83B4-D835-5D6D-73E0FB6161D4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2037113" y="2044831"/>
                  <a:ext cx="1671556" cy="391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24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优点</a:t>
                  </a: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EC3A163-0A7E-A477-64C5-BBBE5B3C819E}"/>
                    </a:ext>
                  </a:extLst>
                </p:cNvPr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776569" y="2364736"/>
                  <a:ext cx="2156326" cy="6488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sz="20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大量信息，包含校内外的时事热点，涵盖范围广，使用人数多，信息更新较快。</a:t>
                  </a:r>
                  <a:endParaRPr sz="20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3AD6F242-1447-066A-D45B-540B8D630D30}"/>
                </a:ext>
              </a:extLst>
            </p:cNvPr>
            <p:cNvGrpSpPr/>
            <p:nvPr/>
          </p:nvGrpSpPr>
          <p:grpSpPr>
            <a:xfrm>
              <a:off x="6448234" y="3553516"/>
              <a:ext cx="2349953" cy="1725056"/>
              <a:chOff x="6379743" y="3809362"/>
              <a:chExt cx="2349953" cy="1725056"/>
            </a:xfrm>
          </p:grpSpPr>
          <p:sp>
            <p:nvSpPr>
              <p:cNvPr id="16" name="îslïdê">
                <a:extLst>
                  <a:ext uri="{FF2B5EF4-FFF2-40B4-BE49-F238E27FC236}">
                    <a16:creationId xmlns:a16="http://schemas.microsoft.com/office/drawing/2014/main" id="{BF93487F-C78F-8726-DA49-7883315EF9CB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6379743" y="3809362"/>
                <a:ext cx="2349953" cy="1699966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6F02BC0D-4DAB-2A82-BC02-38495518F58C}"/>
                  </a:ext>
                </a:extLst>
              </p:cNvPr>
              <p:cNvGrpSpPr/>
              <p:nvPr/>
            </p:nvGrpSpPr>
            <p:grpSpPr>
              <a:xfrm>
                <a:off x="6476556" y="3834452"/>
                <a:ext cx="2156326" cy="1699966"/>
                <a:chOff x="1794727" y="1989674"/>
                <a:chExt cx="2156326" cy="1699966"/>
              </a:xfrm>
            </p:grpSpPr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1CCB1F1-CCC8-5BD6-A142-F065F6A6E4E7}"/>
                    </a:ext>
                  </a:extLst>
                </p:cNvPr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037112" y="1989674"/>
                  <a:ext cx="1671556" cy="391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24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缺点</a:t>
                  </a:r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3EEF6C-E6C3-12AD-AF16-13C298C0A965}"/>
                    </a:ext>
                  </a:extLst>
                </p:cNvPr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794727" y="2336905"/>
                  <a:ext cx="2156326" cy="13527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sz="2000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任何人都可以注册发言，里面混杂了学生、毕业生、校外人员甚至营销号。这导致了信息真假难辨，也存在社交风险。看到什么是平台决定的。</a:t>
                  </a:r>
                </a:p>
              </p:txBody>
            </p:sp>
          </p:grpSp>
        </p:grp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39284C5-77F0-D3EC-4950-D508A52D167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412" y="1723290"/>
            <a:ext cx="2002659" cy="200265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E685D82-FEEE-AA66-CA48-233D0B8CCB0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238" y="3808999"/>
            <a:ext cx="2002660" cy="200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100" y="630046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/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01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164819" y="2507437"/>
            <a:ext cx="696237" cy="2791872"/>
            <a:chOff x="1187083" y="2656429"/>
            <a:chExt cx="696237" cy="2791872"/>
          </a:xfrm>
        </p:grpSpPr>
        <p:sp>
          <p:nvSpPr>
            <p:cNvPr id="26" name="TextBox 10"/>
            <p:cNvSpPr txBox="1"/>
            <p:nvPr/>
          </p:nvSpPr>
          <p:spPr>
            <a:xfrm>
              <a:off x="1331505" y="2656429"/>
              <a:ext cx="551815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背景调研</a:t>
              </a: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1187083" y="2656429"/>
              <a:ext cx="305435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Background Research</a:t>
              </a:r>
            </a:p>
          </p:txBody>
        </p:sp>
      </p:grpSp>
      <p:sp>
        <p:nvSpPr>
          <p:cNvPr id="55" name="矩形 54"/>
          <p:cNvSpPr/>
          <p:nvPr>
            <p:custDataLst>
              <p:tags r:id="rId1"/>
            </p:custDataLst>
          </p:nvPr>
        </p:nvSpPr>
        <p:spPr>
          <a:xfrm>
            <a:off x="2052955" y="1094740"/>
            <a:ext cx="4114800" cy="5647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市场分析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00B724-74D6-D947-E477-1019075392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703" y="1760998"/>
            <a:ext cx="1806633" cy="18066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DB58C7-7C41-C43E-C92B-CC5E2C42B01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244" y="3827282"/>
            <a:ext cx="1874608" cy="1874608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C68CA508-C5F9-48BF-2839-813788749AF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007480" y="1595278"/>
            <a:ext cx="5746981" cy="4081998"/>
            <a:chOff x="6448234" y="1813552"/>
            <a:chExt cx="2349953" cy="346502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E1F4239-82C8-BEAF-F945-7A809AF4C2B9}"/>
                </a:ext>
              </a:extLst>
            </p:cNvPr>
            <p:cNvGrpSpPr/>
            <p:nvPr/>
          </p:nvGrpSpPr>
          <p:grpSpPr>
            <a:xfrm>
              <a:off x="6448234" y="1813552"/>
              <a:ext cx="2349953" cy="1699966"/>
              <a:chOff x="6379743" y="2069398"/>
              <a:chExt cx="2349953" cy="1699966"/>
            </a:xfrm>
          </p:grpSpPr>
          <p:sp>
            <p:nvSpPr>
              <p:cNvPr id="21" name="iśḻíḓé">
                <a:extLst>
                  <a:ext uri="{FF2B5EF4-FFF2-40B4-BE49-F238E27FC236}">
                    <a16:creationId xmlns:a16="http://schemas.microsoft.com/office/drawing/2014/main" id="{FB40DB9B-2FC4-49D0-1B3F-A7CE58EBF3F9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6379743" y="2069398"/>
                <a:ext cx="2349953" cy="1699966"/>
              </a:xfrm>
              <a:prstGeom prst="rect">
                <a:avLst/>
              </a:prstGeom>
              <a:solidFill>
                <a:srgbClr val="0C7E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4A9F8918-3EB5-0D22-57E8-6BE386853E29}"/>
                  </a:ext>
                </a:extLst>
              </p:cNvPr>
              <p:cNvGrpSpPr/>
              <p:nvPr/>
            </p:nvGrpSpPr>
            <p:grpSpPr>
              <a:xfrm>
                <a:off x="6458398" y="2149645"/>
                <a:ext cx="2156326" cy="1268651"/>
                <a:chOff x="1776569" y="2044831"/>
                <a:chExt cx="2156326" cy="1268651"/>
              </a:xfrm>
            </p:grpSpPr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63316BB-8D21-34E4-31B5-837DF603973D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2037113" y="2044831"/>
                  <a:ext cx="1671556" cy="391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24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优点</a:t>
                  </a: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D230968-7550-FA79-8B16-4E0C6948B163}"/>
                    </a:ext>
                  </a:extLst>
                </p:cNvPr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776569" y="2364736"/>
                  <a:ext cx="2156326" cy="948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sz="20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转转、咸鱼等已有的二手交易平台涵盖物品广，用户能轻松发布商品，强大的搜索和分类筛选功能，可以帮助学生快速找到想要的物品。</a:t>
                  </a:r>
                  <a:endParaRPr sz="20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AD74223-0DA9-3BB6-1D6E-08D578FCEAE1}"/>
                </a:ext>
              </a:extLst>
            </p:cNvPr>
            <p:cNvGrpSpPr/>
            <p:nvPr/>
          </p:nvGrpSpPr>
          <p:grpSpPr>
            <a:xfrm>
              <a:off x="6448234" y="3553516"/>
              <a:ext cx="2349953" cy="1725056"/>
              <a:chOff x="6379743" y="3809362"/>
              <a:chExt cx="2349953" cy="1725056"/>
            </a:xfrm>
          </p:grpSpPr>
          <p:sp>
            <p:nvSpPr>
              <p:cNvPr id="16" name="îslïdê">
                <a:extLst>
                  <a:ext uri="{FF2B5EF4-FFF2-40B4-BE49-F238E27FC236}">
                    <a16:creationId xmlns:a16="http://schemas.microsoft.com/office/drawing/2014/main" id="{FCA06021-78B4-8BCE-E570-B5B38F1E075E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6379743" y="3809362"/>
                <a:ext cx="2349953" cy="1699966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E3690242-1F62-85DF-8BFF-866B7E357E2C}"/>
                  </a:ext>
                </a:extLst>
              </p:cNvPr>
              <p:cNvGrpSpPr/>
              <p:nvPr/>
            </p:nvGrpSpPr>
            <p:grpSpPr>
              <a:xfrm>
                <a:off x="6476556" y="3834452"/>
                <a:ext cx="2156326" cy="1699966"/>
                <a:chOff x="1794727" y="1989674"/>
                <a:chExt cx="2156326" cy="1699966"/>
              </a:xfrm>
            </p:grpSpPr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AE0429A-5AC3-C755-F905-9F6C42BB6FAF}"/>
                    </a:ext>
                  </a:extLst>
                </p:cNvPr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037112" y="1989674"/>
                  <a:ext cx="1671556" cy="391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ctr"/>
                  <a:r>
                    <a:rPr lang="zh-CN" altLang="en-US" sz="24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缺点</a:t>
                  </a:r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4E234A4-E960-CDB3-C03A-99C102E2FAA8}"/>
                    </a:ext>
                  </a:extLst>
                </p:cNvPr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794727" y="2336905"/>
                  <a:ext cx="2156326" cy="13527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zh-CN" altLang="en-US" sz="2000" dirty="0">
                      <a:solidFill>
                        <a:schemeClr val="bg1"/>
                      </a:solidFill>
                      <a:latin typeface="+mn-ea"/>
                      <a:cs typeface="+mn-ea"/>
                      <a:sym typeface="+mn-lt"/>
                    </a:rPr>
                    <a:t>物流成本高且不便，时效性差，快递需要等待好几天，无法满足校园内“急用”的需求，比如临时要买应对考试的计算器、参考书、四六级收音机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2768E-A5AC-9477-80B9-4F2C7050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117B20-AF9F-0F07-E9DC-263E7A43491F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4440C65-535A-0277-5351-B41F8A96CAF9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85672D9-372F-4F15-7FF7-521C4FD32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7F7044-EB20-3D42-E05E-732B8AE345E2}"/>
              </a:ext>
            </a:extLst>
          </p:cNvPr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03536C5B-40E0-438A-D4E9-35EE8E3DBBB2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5C3413B-B990-340C-84B7-CC89F9260871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198B6AB-CE8E-A4F4-4760-D234ED9A28A4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96B83158-33A6-D4E8-008D-6BF9746D1C0C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E602C4B4-1448-0766-D04A-1EC571642DCE}"/>
              </a:ext>
            </a:extLst>
          </p:cNvPr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E0A584DF-2786-7595-541B-0CB5EEB98013}"/>
              </a:ext>
            </a:extLst>
          </p:cNvPr>
          <p:cNvSpPr/>
          <p:nvPr/>
        </p:nvSpPr>
        <p:spPr>
          <a:xfrm>
            <a:off x="4233287" y="2267259"/>
            <a:ext cx="3725426" cy="713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600" normalizeH="0" baseline="0" noProof="0" dirty="0">
                <a:ln>
                  <a:noFill/>
                </a:ln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PART 02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FD9B649-D5DF-8F62-093F-234B78FD908A}"/>
              </a:ext>
            </a:extLst>
          </p:cNvPr>
          <p:cNvGrpSpPr/>
          <p:nvPr/>
        </p:nvGrpSpPr>
        <p:grpSpPr>
          <a:xfrm>
            <a:off x="3886200" y="2883067"/>
            <a:ext cx="4419600" cy="1078147"/>
            <a:chOff x="8643435" y="2772085"/>
            <a:chExt cx="2272882" cy="1078147"/>
          </a:xfrm>
        </p:grpSpPr>
        <p:sp>
          <p:nvSpPr>
            <p:cNvPr id="65" name="Rectangle 2">
              <a:extLst>
                <a:ext uri="{FF2B5EF4-FFF2-40B4-BE49-F238E27FC236}">
                  <a16:creationId xmlns:a16="http://schemas.microsoft.com/office/drawing/2014/main" id="{D9E75AD1-4C1A-F24B-CBCE-4A75F85010B0}"/>
                </a:ext>
              </a:extLst>
            </p:cNvPr>
            <p:cNvSpPr/>
            <p:nvPr/>
          </p:nvSpPr>
          <p:spPr>
            <a:xfrm>
              <a:off x="8643435" y="2968069"/>
              <a:ext cx="2272882" cy="853313"/>
            </a:xfrm>
            <a:prstGeom prst="rect">
              <a:avLst/>
            </a:prstGeom>
            <a:solidFill>
              <a:srgbClr val="0C7ED9"/>
            </a:solidFill>
          </p:spPr>
          <p:txBody>
            <a:bodyPr wrap="square">
              <a:noAutofit/>
            </a:bodyPr>
            <a:lstStyle/>
            <a:p>
              <a:pPr lvl="0" algn="ctr">
                <a:lnSpc>
                  <a:spcPct val="150000"/>
                </a:lnSpc>
              </a:pPr>
              <a:endParaRPr lang="zh-CN" altLang="en-US" sz="4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21768BD-2553-DA0E-73D0-CC8A4446963F}"/>
                </a:ext>
              </a:extLst>
            </p:cNvPr>
            <p:cNvSpPr/>
            <p:nvPr/>
          </p:nvSpPr>
          <p:spPr bwMode="auto">
            <a:xfrm>
              <a:off x="9459029" y="3778224"/>
              <a:ext cx="641694" cy="72008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702F9F1-EB57-679E-BA50-EADC5F27961E}"/>
                </a:ext>
              </a:extLst>
            </p:cNvPr>
            <p:cNvSpPr/>
            <p:nvPr/>
          </p:nvSpPr>
          <p:spPr>
            <a:xfrm>
              <a:off x="8886724" y="2772085"/>
              <a:ext cx="1792834" cy="987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lnSpc>
                  <a:spcPct val="150000"/>
                </a:lnSpc>
              </a:pPr>
              <a:r>
                <a:rPr lang="zh-CN" altLang="en-US" sz="4400" b="1" spc="6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产品介绍</a:t>
              </a: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1FE36C59-C783-10CC-62BA-E4276EBBE2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A98E998-19F8-C724-9DD1-E277A03CC3DD}"/>
              </a:ext>
            </a:extLst>
          </p:cNvPr>
          <p:cNvSpPr/>
          <p:nvPr/>
        </p:nvSpPr>
        <p:spPr>
          <a:xfrm>
            <a:off x="3009900" y="4045971"/>
            <a:ext cx="6172200" cy="25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spc="3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— Product Introduction —</a:t>
            </a:r>
          </a:p>
        </p:txBody>
      </p:sp>
    </p:spTree>
    <p:extLst>
      <p:ext uri="{BB962C8B-B14F-4D97-AF65-F5344CB8AC3E}">
        <p14:creationId xmlns:p14="http://schemas.microsoft.com/office/powerpoint/2010/main" val="12473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667E-5D65-06AD-46E4-F2403D15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108F1936-0317-FCBF-97F3-A98BAF151B3B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4D2F66-387E-6100-B34B-1B73FEE3D5AF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BB18CC6-E2BD-6854-A2E9-BD5F3DD5899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BA78FCE-93DA-5491-FEAC-248496B75DB9}"/>
              </a:ext>
            </a:extLst>
          </p:cNvPr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AA53A019-E527-7F64-097F-9CF39752D5AF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393893-37B2-47AD-9BDD-2E19A393DAE9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6433A01-4692-5A04-5DE9-9E7435B0C87E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E8DDA7FF-2087-D170-4CC0-CC297C017EE2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848A019B-18E4-204F-46BA-DF668861B089}"/>
              </a:ext>
            </a:extLst>
          </p:cNvPr>
          <p:cNvSpPr/>
          <p:nvPr/>
        </p:nvSpPr>
        <p:spPr>
          <a:xfrm>
            <a:off x="829455" y="79109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847C141-00A8-4130-0250-33098D0890CB}"/>
              </a:ext>
            </a:extLst>
          </p:cNvPr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02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81391F9-C09F-E61D-5204-0257A9E9EA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FF4CB5-12EC-1668-6568-D9BDDBFE3557}"/>
              </a:ext>
            </a:extLst>
          </p:cNvPr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D526EE0-7F29-4242-569B-5465814F59E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30FD6DC-551C-4CBE-84BD-8C25F18F2B82}"/>
              </a:ext>
            </a:extLst>
          </p:cNvPr>
          <p:cNvGrpSpPr/>
          <p:nvPr/>
        </p:nvGrpSpPr>
        <p:grpSpPr>
          <a:xfrm>
            <a:off x="1162477" y="2507437"/>
            <a:ext cx="698579" cy="2791872"/>
            <a:chOff x="1184741" y="2656429"/>
            <a:chExt cx="698579" cy="2791872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1BB6A6EB-4CA8-7E3D-CFFA-4F5EAF13036D}"/>
                </a:ext>
              </a:extLst>
            </p:cNvPr>
            <p:cNvSpPr txBox="1"/>
            <p:nvPr/>
          </p:nvSpPr>
          <p:spPr>
            <a:xfrm>
              <a:off x="1329322" y="2656429"/>
              <a:ext cx="553998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产品介绍</a:t>
              </a:r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5F307658-19C6-4660-2D0F-873338ED610E}"/>
                </a:ext>
              </a:extLst>
            </p:cNvPr>
            <p:cNvSpPr txBox="1"/>
            <p:nvPr/>
          </p:nvSpPr>
          <p:spPr>
            <a:xfrm>
              <a:off x="1184741" y="2656429"/>
              <a:ext cx="307777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Product Introduction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D6017716-8E51-C130-B45A-DB9AB5BA5B1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52955" y="1094740"/>
            <a:ext cx="4114800" cy="5647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产品定位</a:t>
            </a:r>
          </a:p>
        </p:txBody>
      </p:sp>
      <p:sp>
        <p:nvSpPr>
          <p:cNvPr id="11" name="iśḻíḓé">
            <a:extLst>
              <a:ext uri="{FF2B5EF4-FFF2-40B4-BE49-F238E27FC236}">
                <a16:creationId xmlns:a16="http://schemas.microsoft.com/office/drawing/2014/main" id="{1C7FCC3C-D878-3CCC-210B-5605A79C419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60230" y="1735074"/>
            <a:ext cx="7561470" cy="3617077"/>
          </a:xfrm>
          <a:prstGeom prst="rect">
            <a:avLst/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6D10F4-08A0-A0F4-9580-2A11280A17B5}"/>
              </a:ext>
            </a:extLst>
          </p:cNvPr>
          <p:cNvSpPr txBox="1"/>
          <p:nvPr/>
        </p:nvSpPr>
        <p:spPr>
          <a:xfrm>
            <a:off x="2586147" y="1781447"/>
            <a:ext cx="7309635" cy="14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2"/>
                </a:solidFill>
              </a:rPr>
              <a:t>专为 </a:t>
            </a:r>
            <a:r>
              <a:rPr lang="en-US" altLang="zh-CN" sz="2000" dirty="0">
                <a:solidFill>
                  <a:schemeClr val="bg2"/>
                </a:solidFill>
              </a:rPr>
              <a:t>18-26 </a:t>
            </a:r>
            <a:r>
              <a:rPr lang="zh-CN" altLang="en-US" sz="2000" dirty="0">
                <a:solidFill>
                  <a:schemeClr val="bg2"/>
                </a:solidFill>
              </a:rPr>
              <a:t>岁在校生打造的</a:t>
            </a:r>
            <a:r>
              <a:rPr lang="zh-CN" altLang="en-US" sz="2000" b="1" dirty="0">
                <a:solidFill>
                  <a:schemeClr val="bg2"/>
                </a:solidFill>
              </a:rPr>
              <a:t>一站式校园服务平台</a:t>
            </a:r>
            <a:r>
              <a:rPr lang="zh-CN" altLang="en-US" sz="2000" dirty="0">
                <a:solidFill>
                  <a:schemeClr val="bg2"/>
                </a:solidFill>
              </a:rPr>
              <a:t>，整合 “论坛树洞 </a:t>
            </a:r>
            <a:r>
              <a:rPr lang="en-US" altLang="zh-CN" sz="2000" dirty="0">
                <a:solidFill>
                  <a:schemeClr val="bg2"/>
                </a:solidFill>
              </a:rPr>
              <a:t>+ </a:t>
            </a:r>
            <a:r>
              <a:rPr lang="zh-CN" altLang="en-US" sz="2000" dirty="0">
                <a:solidFill>
                  <a:schemeClr val="bg2"/>
                </a:solidFill>
              </a:rPr>
              <a:t>二手交易 </a:t>
            </a:r>
            <a:r>
              <a:rPr lang="en-US" altLang="zh-CN" sz="2000" dirty="0">
                <a:solidFill>
                  <a:schemeClr val="bg2"/>
                </a:solidFill>
              </a:rPr>
              <a:t>+ </a:t>
            </a:r>
            <a:r>
              <a:rPr lang="zh-CN" altLang="en-US" sz="2000" dirty="0">
                <a:solidFill>
                  <a:schemeClr val="bg2"/>
                </a:solidFill>
              </a:rPr>
              <a:t>失物招领” 三大核心场景，解决校园生活 “信息散、交易难、寻物慢、发声乱” 的核心痛点。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240E9A-8AAE-8CFF-AEA6-9A5DF4F70D33}"/>
              </a:ext>
            </a:extLst>
          </p:cNvPr>
          <p:cNvSpPr txBox="1"/>
          <p:nvPr/>
        </p:nvSpPr>
        <p:spPr>
          <a:xfrm>
            <a:off x="2420295" y="3382856"/>
            <a:ext cx="709711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统一入口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：聚合分散信息，分类清晰易检索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校内专属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：学号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/</a:t>
            </a:r>
            <a:r>
              <a:rPr lang="en-US" altLang="zh-CN" sz="2000" dirty="0" err="1">
                <a:solidFill>
                  <a:schemeClr val="bg2"/>
                </a:solidFill>
                <a:latin typeface="+mn-ea"/>
              </a:rPr>
              <a:t>edu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邮箱认证，保障真实与安全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智能高效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：以图找物、地理围栏等功能提升效率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安全合规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：微信内容审核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校内规则，过滤敏感内容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17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7A89-E4E1-9AA2-C669-7ACC83EE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C4EE6C88-EBC2-6619-9B9A-4BDC8C3B6DE8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93EBE7-F3DB-A45F-F62C-3D7FF403FF0A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619E1E6-9957-8DC8-6CA2-302F43CF30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635144D-62D1-5891-1859-045E894B37A1}"/>
              </a:ext>
            </a:extLst>
          </p:cNvPr>
          <p:cNvSpPr/>
          <p:nvPr/>
        </p:nvSpPr>
        <p:spPr>
          <a:xfrm>
            <a:off x="673100" y="622101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DE65C397-0047-E698-8C8E-393DF4A57CB5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935C00A-92FD-64EF-0619-9C6264DBD4CF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9C3631A-157A-E6A8-B558-C9F4751FF1E9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6AA52676-CB51-C410-C3A1-8C1B494C9F91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E83C52E0-26E6-44DF-6C28-DB872A7637FE}"/>
              </a:ext>
            </a:extLst>
          </p:cNvPr>
          <p:cNvSpPr/>
          <p:nvPr/>
        </p:nvSpPr>
        <p:spPr>
          <a:xfrm>
            <a:off x="829455" y="79109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4A2ACAD2-2CE8-F2A8-6FD1-99362CA02E27}"/>
              </a:ext>
            </a:extLst>
          </p:cNvPr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02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F91D182-8F82-E3CE-934E-BDBA0B9E69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A6EDBC-078C-FE65-F9EB-C59E4FE112C7}"/>
              </a:ext>
            </a:extLst>
          </p:cNvPr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638FC5D-738C-6F09-2408-6AC92BE6A1E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D600CD9-8C30-E9BB-0EED-B64062CD6A35}"/>
              </a:ext>
            </a:extLst>
          </p:cNvPr>
          <p:cNvGrpSpPr/>
          <p:nvPr/>
        </p:nvGrpSpPr>
        <p:grpSpPr>
          <a:xfrm>
            <a:off x="1162477" y="2507437"/>
            <a:ext cx="698579" cy="2791872"/>
            <a:chOff x="1184741" y="2656429"/>
            <a:chExt cx="698579" cy="2791872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A8AD4F7E-24AF-8746-B78F-93A41B0A717B}"/>
                </a:ext>
              </a:extLst>
            </p:cNvPr>
            <p:cNvSpPr txBox="1"/>
            <p:nvPr/>
          </p:nvSpPr>
          <p:spPr>
            <a:xfrm>
              <a:off x="1329322" y="2656429"/>
              <a:ext cx="553998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产品介绍</a:t>
              </a:r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012736FD-D009-85F4-A360-5279353A20A8}"/>
                </a:ext>
              </a:extLst>
            </p:cNvPr>
            <p:cNvSpPr txBox="1"/>
            <p:nvPr/>
          </p:nvSpPr>
          <p:spPr>
            <a:xfrm>
              <a:off x="1184741" y="2656429"/>
              <a:ext cx="307777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Product Introduction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7FEE263-B7FA-28CA-EB58-6B23FA10C4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52955" y="1094740"/>
            <a:ext cx="4114800" cy="5647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核心功能</a:t>
            </a:r>
          </a:p>
        </p:txBody>
      </p:sp>
      <p:sp>
        <p:nvSpPr>
          <p:cNvPr id="11" name="iśḻíḓé">
            <a:extLst>
              <a:ext uri="{FF2B5EF4-FFF2-40B4-BE49-F238E27FC236}">
                <a16:creationId xmlns:a16="http://schemas.microsoft.com/office/drawing/2014/main" id="{FBA38023-C266-94AD-E69B-232E4659C6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60229" y="1735074"/>
            <a:ext cx="7625879" cy="3974356"/>
          </a:xfrm>
          <a:prstGeom prst="rect">
            <a:avLst/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52FFA3-317F-37E4-DF2E-5BE6DF52DB59}"/>
              </a:ext>
            </a:extLst>
          </p:cNvPr>
          <p:cNvSpPr txBox="1"/>
          <p:nvPr/>
        </p:nvSpPr>
        <p:spPr>
          <a:xfrm>
            <a:off x="2553795" y="1713923"/>
            <a:ext cx="709711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主题论坛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（实名可追溯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匿名可切换）</a:t>
            </a:r>
            <a:endParaRPr lang="en-US" altLang="zh-CN" sz="2000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</a:rPr>
              <a:t>主题化板块：按 “课程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楼栋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活动” 分类，搭配标签与搜索（精准找资料、找同好）</a:t>
            </a:r>
            <a:endParaRPr lang="en-US" altLang="zh-CN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校园二手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（校内认证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地理围栏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面交为主）</a:t>
            </a:r>
            <a:endParaRPr lang="en-US" altLang="zh-CN" sz="2000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</a:rPr>
              <a:t>支持 “宿舍到宿舍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教学楼” 定位，可当面验货（交易放心省时间）</a:t>
            </a:r>
            <a:endParaRPr lang="en-US" altLang="zh-CN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失物招领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（结构化发布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以图找物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到期自动处理）</a:t>
            </a:r>
            <a:endParaRPr lang="en-US" altLang="zh-CN" sz="2000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</a:rPr>
              <a:t>强制结构化发布：品类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时间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地点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dirty="0">
                <a:solidFill>
                  <a:schemeClr val="bg2"/>
                </a:solidFill>
                <a:latin typeface="+mn-ea"/>
              </a:rPr>
              <a:t>图片必填（信息规范，便于匹配）</a:t>
            </a:r>
            <a:endParaRPr lang="en-US" altLang="zh-CN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bg2"/>
              </a:solidFill>
              <a:latin typeface="+mn-ea"/>
            </a:endParaRP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010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D375-A96E-B06A-7228-990CF46F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9DD2E9-B6DB-BFB4-0AB8-305ABD0A3652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6D8A26-2F8B-441F-DF49-CFE95BC84D15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96CE63E-EB92-6A86-589E-010E4439F2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12A3DCB-6912-D1E3-D19E-FC8C0BB2E1F7}"/>
              </a:ext>
            </a:extLst>
          </p:cNvPr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9A9AC0B9-68B5-17FF-0A03-64DE41AA4560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23BD25-6E67-A9B3-2F7B-EBABD5661D96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340A409-933B-C169-8705-C7D74937DB63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D1C90223-BE43-CF25-590A-23B0E26226B6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51E1BF12-8CB7-14D5-EA7D-534741638DB1}"/>
              </a:ext>
            </a:extLst>
          </p:cNvPr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20A02AD9-5532-B5B7-E0AE-E1B58F94A9B4}"/>
              </a:ext>
            </a:extLst>
          </p:cNvPr>
          <p:cNvSpPr/>
          <p:nvPr/>
        </p:nvSpPr>
        <p:spPr>
          <a:xfrm>
            <a:off x="4233287" y="2267259"/>
            <a:ext cx="3725426" cy="713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600" normalizeH="0" baseline="0" noProof="0" dirty="0">
                <a:ln>
                  <a:noFill/>
                </a:ln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PART 03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55E139B-0954-0FF7-5334-4126C7A3EF66}"/>
              </a:ext>
            </a:extLst>
          </p:cNvPr>
          <p:cNvGrpSpPr/>
          <p:nvPr/>
        </p:nvGrpSpPr>
        <p:grpSpPr>
          <a:xfrm>
            <a:off x="3886200" y="2883067"/>
            <a:ext cx="4419600" cy="1078147"/>
            <a:chOff x="8643435" y="2772085"/>
            <a:chExt cx="2272882" cy="1078147"/>
          </a:xfrm>
        </p:grpSpPr>
        <p:sp>
          <p:nvSpPr>
            <p:cNvPr id="65" name="Rectangle 2">
              <a:extLst>
                <a:ext uri="{FF2B5EF4-FFF2-40B4-BE49-F238E27FC236}">
                  <a16:creationId xmlns:a16="http://schemas.microsoft.com/office/drawing/2014/main" id="{EF2EEC80-E6E0-EA5F-996D-C6FE92B4CD6C}"/>
                </a:ext>
              </a:extLst>
            </p:cNvPr>
            <p:cNvSpPr/>
            <p:nvPr/>
          </p:nvSpPr>
          <p:spPr>
            <a:xfrm>
              <a:off x="8643435" y="2968069"/>
              <a:ext cx="2272882" cy="853313"/>
            </a:xfrm>
            <a:prstGeom prst="rect">
              <a:avLst/>
            </a:prstGeom>
            <a:solidFill>
              <a:srgbClr val="0C7ED9"/>
            </a:solidFill>
          </p:spPr>
          <p:txBody>
            <a:bodyPr wrap="square">
              <a:noAutofit/>
            </a:bodyPr>
            <a:lstStyle/>
            <a:p>
              <a:pPr lvl="0" algn="ctr">
                <a:lnSpc>
                  <a:spcPct val="150000"/>
                </a:lnSpc>
              </a:pPr>
              <a:endParaRPr lang="zh-CN" altLang="en-US" sz="4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961F7833-9323-C22D-D322-0D87A17BF3DD}"/>
                </a:ext>
              </a:extLst>
            </p:cNvPr>
            <p:cNvSpPr/>
            <p:nvPr/>
          </p:nvSpPr>
          <p:spPr bwMode="auto">
            <a:xfrm>
              <a:off x="9459029" y="3778224"/>
              <a:ext cx="641694" cy="72008"/>
            </a:xfrm>
            <a:prstGeom prst="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5B1C80A-B2FA-2760-7F28-B254768C88CD}"/>
                </a:ext>
              </a:extLst>
            </p:cNvPr>
            <p:cNvSpPr/>
            <p:nvPr/>
          </p:nvSpPr>
          <p:spPr>
            <a:xfrm>
              <a:off x="8886724" y="2772085"/>
              <a:ext cx="1792834" cy="987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lnSpc>
                  <a:spcPct val="150000"/>
                </a:lnSpc>
              </a:pPr>
              <a:r>
                <a:rPr lang="zh-CN" altLang="en-US" sz="4400" b="1" spc="6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技术实现</a:t>
              </a: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BFE6D77E-46C5-6F3C-D20B-7C740299C5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B212228-31C2-2B7D-5699-DF15CD1D9577}"/>
              </a:ext>
            </a:extLst>
          </p:cNvPr>
          <p:cNvSpPr/>
          <p:nvPr/>
        </p:nvSpPr>
        <p:spPr>
          <a:xfrm>
            <a:off x="3009900" y="4045971"/>
            <a:ext cx="6172200" cy="25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spc="3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— Technical Implementation—</a:t>
            </a:r>
          </a:p>
        </p:txBody>
      </p:sp>
    </p:spTree>
    <p:extLst>
      <p:ext uri="{BB962C8B-B14F-4D97-AF65-F5344CB8AC3E}">
        <p14:creationId xmlns:p14="http://schemas.microsoft.com/office/powerpoint/2010/main" val="2519983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30F7-2B1F-226A-39E1-6376979C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FBD4985C-FEC1-D614-5D18-A36C6C440FD6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C5EF5F4-717B-2914-33E9-FC8FF0FF6389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995BCA1-4C1F-4D2C-9F8D-39044862FF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77C7EC-B4E7-DD43-F82F-BB16B2A5991D}"/>
              </a:ext>
            </a:extLst>
          </p:cNvPr>
          <p:cNvSpPr/>
          <p:nvPr/>
        </p:nvSpPr>
        <p:spPr>
          <a:xfrm>
            <a:off x="673100" y="622101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567541F4-3700-1BDE-9AA3-3D27915A9066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A9909B-B87D-3318-643F-C8E4330BD844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2C912703-4EF5-FC75-0B0A-55F4740D2F20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57067043-8BA8-C160-20CD-9854AF07E2C0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26DCEECA-4B81-B10B-76AB-94478107A226}"/>
              </a:ext>
            </a:extLst>
          </p:cNvPr>
          <p:cNvSpPr/>
          <p:nvPr/>
        </p:nvSpPr>
        <p:spPr>
          <a:xfrm>
            <a:off x="829455" y="79109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7065B34-0BA4-8B1A-EDB9-49A0FCB8C189}"/>
              </a:ext>
            </a:extLst>
          </p:cNvPr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03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1097287-D843-832E-F577-343CDDC875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CB12493-4665-C4E5-D813-5CAB72679D8E}"/>
              </a:ext>
            </a:extLst>
          </p:cNvPr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7D7BC5F-EA52-785E-5838-4887621919B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A83DD5E-3C20-0247-BFE1-8F6B051E0510}"/>
              </a:ext>
            </a:extLst>
          </p:cNvPr>
          <p:cNvGrpSpPr/>
          <p:nvPr/>
        </p:nvGrpSpPr>
        <p:grpSpPr>
          <a:xfrm>
            <a:off x="1162477" y="2507437"/>
            <a:ext cx="698579" cy="2791872"/>
            <a:chOff x="1184741" y="2656429"/>
            <a:chExt cx="698579" cy="2791872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069FB736-C36F-D440-3F6A-0D5A5786F994}"/>
                </a:ext>
              </a:extLst>
            </p:cNvPr>
            <p:cNvSpPr txBox="1"/>
            <p:nvPr/>
          </p:nvSpPr>
          <p:spPr>
            <a:xfrm>
              <a:off x="1329322" y="2656429"/>
              <a:ext cx="553998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技术实现</a:t>
              </a:r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33C752CA-F216-E093-6DEA-100B9F6DD4CD}"/>
                </a:ext>
              </a:extLst>
            </p:cNvPr>
            <p:cNvSpPr txBox="1"/>
            <p:nvPr/>
          </p:nvSpPr>
          <p:spPr>
            <a:xfrm>
              <a:off x="1184741" y="2656429"/>
              <a:ext cx="307777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Technical Implementation</a:t>
              </a:r>
            </a:p>
          </p:txBody>
        </p:sp>
      </p:grpSp>
      <p:sp>
        <p:nvSpPr>
          <p:cNvPr id="11" name="iśḻíḓé">
            <a:extLst>
              <a:ext uri="{FF2B5EF4-FFF2-40B4-BE49-F238E27FC236}">
                <a16:creationId xmlns:a16="http://schemas.microsoft.com/office/drawing/2014/main" id="{4155F816-3E7C-CA15-2CDA-3A204030EA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443109" y="1661835"/>
            <a:ext cx="7625879" cy="3570208"/>
          </a:xfrm>
          <a:prstGeom prst="rect">
            <a:avLst/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E0EE86-ADFB-46AD-72B2-01FF38E23435}"/>
              </a:ext>
            </a:extLst>
          </p:cNvPr>
          <p:cNvSpPr txBox="1"/>
          <p:nvPr/>
        </p:nvSpPr>
        <p:spPr>
          <a:xfrm>
            <a:off x="2536675" y="1640684"/>
            <a:ext cx="709711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前端技术</a:t>
            </a:r>
            <a:endParaRPr lang="en-US" altLang="zh-CN" sz="2000" b="1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框架：</a:t>
            </a:r>
            <a:r>
              <a:rPr lang="en-US" altLang="zh-CN" sz="2000" dirty="0" err="1">
                <a:solidFill>
                  <a:schemeClr val="bg2"/>
                </a:solidFill>
                <a:latin typeface="+mn-ea"/>
              </a:rPr>
              <a:t>uni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-app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Vue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）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+ </a:t>
            </a:r>
            <a:r>
              <a:rPr lang="en-US" altLang="zh-CN" sz="2000" dirty="0" err="1">
                <a:solidFill>
                  <a:schemeClr val="bg2"/>
                </a:solidFill>
                <a:latin typeface="+mn-ea"/>
              </a:rPr>
              <a:t>uView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/</a:t>
            </a:r>
            <a:r>
              <a:rPr lang="en-US" altLang="zh-CN" sz="2000" dirty="0" err="1">
                <a:solidFill>
                  <a:schemeClr val="bg2"/>
                </a:solidFill>
                <a:latin typeface="+mn-ea"/>
              </a:rPr>
              <a:t>uni-ui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组件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优势：一次开发，多端发布（重点覆盖微信小程序）</a:t>
            </a:r>
            <a:endParaRPr lang="en-US" altLang="zh-CN" sz="2000" dirty="0">
              <a:solidFill>
                <a:schemeClr val="bg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后端技术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架构：</a:t>
            </a:r>
            <a:r>
              <a:rPr lang="en-US" altLang="zh-CN" sz="2000" dirty="0" err="1">
                <a:solidFill>
                  <a:schemeClr val="bg2"/>
                </a:solidFill>
                <a:latin typeface="+mn-ea"/>
              </a:rPr>
              <a:t>SpringBoot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 + MySQL + Redis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设计：按 “论坛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二手 </a:t>
            </a:r>
            <a:r>
              <a:rPr lang="en-US" altLang="zh-CN" sz="2000" dirty="0">
                <a:solidFill>
                  <a:schemeClr val="bg2"/>
                </a:solidFill>
                <a:latin typeface="+mn-ea"/>
              </a:rPr>
              <a:t>/ </a:t>
            </a: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失物” 拆分模块，复用成熟校园项目骨架（稳定且易维护）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9464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1088-9824-2463-3D11-2257D0D0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36AD5DC8-14AF-DBF6-0110-91B131B51154}"/>
              </a:ext>
            </a:extLst>
          </p:cNvPr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C8F97D0-D68A-F601-5F3B-20BEF3C91D3B}"/>
              </a:ext>
            </a:extLst>
          </p:cNvPr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87441A-A54F-CB86-2590-56881D5A11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32D4EC6-19AC-BE69-E4DE-BCB287E88E96}"/>
              </a:ext>
            </a:extLst>
          </p:cNvPr>
          <p:cNvSpPr/>
          <p:nvPr/>
        </p:nvSpPr>
        <p:spPr>
          <a:xfrm>
            <a:off x="673100" y="622101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AAC4BAA4-A2F9-30A9-3C53-8070D43886B4}"/>
              </a:ext>
            </a:extLst>
          </p:cNvPr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4259C4-7679-DF9C-48A8-DA7A303C1704}"/>
              </a:ext>
            </a:extLst>
          </p:cNvPr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0736A19-29A7-A7D8-1B18-CCDCF836807B}"/>
                </a:ext>
              </a:extLst>
            </p:cNvPr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8D1C26DE-3B2D-929C-F79F-805D25B12F13}"/>
                </a:ext>
              </a:extLst>
            </p:cNvPr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E36C78AA-41EA-A193-297D-D1F39FB711E6}"/>
              </a:ext>
            </a:extLst>
          </p:cNvPr>
          <p:cNvSpPr/>
          <p:nvPr/>
        </p:nvSpPr>
        <p:spPr>
          <a:xfrm>
            <a:off x="829455" y="79109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45E6FC96-6138-A290-B3E3-5E00361A4849}"/>
              </a:ext>
            </a:extLst>
          </p:cNvPr>
          <p:cNvSpPr/>
          <p:nvPr/>
        </p:nvSpPr>
        <p:spPr>
          <a:xfrm>
            <a:off x="1099016" y="1881865"/>
            <a:ext cx="82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rgbClr val="0C7E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03</a:t>
            </a:r>
            <a:endParaRPr lang="zh-CN" altLang="en-US" sz="3200" b="1" spc="300" dirty="0">
              <a:solidFill>
                <a:srgbClr val="0C7E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C82D39F-5D03-60CA-A5A0-31F1D45229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437" y="287780"/>
            <a:ext cx="2031126" cy="8463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FBBEC9-0D0F-8235-5D09-B4A18FF7E9F1}"/>
              </a:ext>
            </a:extLst>
          </p:cNvPr>
          <p:cNvSpPr/>
          <p:nvPr/>
        </p:nvSpPr>
        <p:spPr>
          <a:xfrm>
            <a:off x="5606122" y="61974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- 01 -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B891A8A-D17C-7EB0-2D3B-4CD4A307CBB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26"/>
          <a:stretch>
            <a:fillRect/>
          </a:stretch>
        </p:blipFill>
        <p:spPr>
          <a:xfrm>
            <a:off x="1152698" y="908478"/>
            <a:ext cx="748293" cy="118667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5ACC6013-4A4F-D507-274B-863835B08A5C}"/>
              </a:ext>
            </a:extLst>
          </p:cNvPr>
          <p:cNvGrpSpPr/>
          <p:nvPr/>
        </p:nvGrpSpPr>
        <p:grpSpPr>
          <a:xfrm>
            <a:off x="1162477" y="2507437"/>
            <a:ext cx="698579" cy="2791872"/>
            <a:chOff x="1184741" y="2656429"/>
            <a:chExt cx="698579" cy="2791872"/>
          </a:xfrm>
        </p:grpSpPr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CFBA6C31-B80C-59FC-3FDB-C73AB9DACE10}"/>
                </a:ext>
              </a:extLst>
            </p:cNvPr>
            <p:cNvSpPr txBox="1"/>
            <p:nvPr/>
          </p:nvSpPr>
          <p:spPr>
            <a:xfrm>
              <a:off x="1329322" y="2656429"/>
              <a:ext cx="553998" cy="14642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/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技术实现</a:t>
              </a:r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E94C7899-19AD-9304-0231-CD6125D6D15A}"/>
                </a:ext>
              </a:extLst>
            </p:cNvPr>
            <p:cNvSpPr txBox="1"/>
            <p:nvPr/>
          </p:nvSpPr>
          <p:spPr>
            <a:xfrm>
              <a:off x="1184741" y="2656429"/>
              <a:ext cx="307777" cy="27918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/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Technical Implementation</a:t>
              </a:r>
            </a:p>
          </p:txBody>
        </p:sp>
      </p:grpSp>
      <p:sp>
        <p:nvSpPr>
          <p:cNvPr id="11" name="iśḻíḓé">
            <a:extLst>
              <a:ext uri="{FF2B5EF4-FFF2-40B4-BE49-F238E27FC236}">
                <a16:creationId xmlns:a16="http://schemas.microsoft.com/office/drawing/2014/main" id="{13FED380-67AB-79ED-DDD7-11B3E1D769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443109" y="1441822"/>
            <a:ext cx="7698418" cy="3434978"/>
          </a:xfrm>
          <a:prstGeom prst="rect">
            <a:avLst/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0D045A-4897-EA21-6380-9574A5DC0A23}"/>
              </a:ext>
            </a:extLst>
          </p:cNvPr>
          <p:cNvSpPr txBox="1"/>
          <p:nvPr/>
        </p:nvSpPr>
        <p:spPr>
          <a:xfrm>
            <a:off x="2675328" y="1571408"/>
            <a:ext cx="7097110" cy="2807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+mn-ea"/>
              </a:rPr>
              <a:t>未来迭代方向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拓展场景：新增 “社团管理”“兼职匹配”“拼车板块” </a:t>
            </a:r>
            <a:endParaRPr lang="en-US" altLang="zh-CN" sz="2000" dirty="0">
              <a:solidFill>
                <a:schemeClr val="bg2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优化体验：升级智能推荐（如二手商品精准推送、论坛内容个性化）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/>
                </a:solidFill>
                <a:latin typeface="+mn-ea"/>
              </a:rPr>
              <a:t>联动校园：对接校内系统（如一卡通、教务通知），实现 “一站式校园服务闭环”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1344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tx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42913" y="5232043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0499725" y="428624"/>
            <a:ext cx="1223962" cy="1159233"/>
          </a:xfrm>
          <a:prstGeom prst="roundRect">
            <a:avLst/>
          </a:prstGeom>
          <a:solidFill>
            <a:srgbClr val="F74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" r="9731"/>
          <a:stretch>
            <a:fillRect/>
          </a:stretch>
        </p:blipFill>
        <p:spPr>
          <a:xfrm>
            <a:off x="673100" y="622301"/>
            <a:ext cx="10858500" cy="557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100" y="622300"/>
            <a:ext cx="10858500" cy="55753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顶角 34"/>
          <p:cNvSpPr/>
          <p:nvPr/>
        </p:nvSpPr>
        <p:spPr>
          <a:xfrm rot="10800000">
            <a:off x="4848375" y="402690"/>
            <a:ext cx="2504926" cy="616485"/>
          </a:xfrm>
          <a:prstGeom prst="round2SameRect">
            <a:avLst>
              <a:gd name="adj1" fmla="val 21302"/>
              <a:gd name="adj2" fmla="val 0"/>
            </a:avLst>
          </a:prstGeom>
          <a:solidFill>
            <a:srgbClr val="0C7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48375" y="5799125"/>
            <a:ext cx="2504926" cy="775030"/>
            <a:chOff x="4848375" y="5799125"/>
            <a:chExt cx="2504926" cy="775030"/>
          </a:xfrm>
          <a:solidFill>
            <a:srgbClr val="0C7ED9"/>
          </a:solidFill>
        </p:grpSpPr>
        <p:sp>
          <p:nvSpPr>
            <p:cNvPr id="36" name="矩形: 圆角 35"/>
            <p:cNvSpPr/>
            <p:nvPr/>
          </p:nvSpPr>
          <p:spPr>
            <a:xfrm>
              <a:off x="4848375" y="6189980"/>
              <a:ext cx="2504926" cy="3841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5759985" y="5799125"/>
              <a:ext cx="690563" cy="3991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27" name="PA_直接连接符 15"/>
          <p:cNvCxnSpPr/>
          <p:nvPr>
            <p:custDataLst>
              <p:tags r:id="rId1"/>
            </p:custDataLst>
          </p:nvPr>
        </p:nvCxnSpPr>
        <p:spPr>
          <a:xfrm>
            <a:off x="2098675" y="3712651"/>
            <a:ext cx="7994650" cy="0"/>
          </a:xfrm>
          <a:prstGeom prst="line">
            <a:avLst/>
          </a:prstGeom>
          <a:noFill/>
          <a:ln w="12700" cap="flat" cmpd="sng" algn="ctr">
            <a:solidFill>
              <a:srgbClr val="0C7ED9"/>
            </a:solidFill>
            <a:prstDash val="dashDot"/>
            <a:miter lim="800000"/>
          </a:ln>
          <a:effectLst/>
        </p:spPr>
      </p:cxnSp>
      <p:sp>
        <p:nvSpPr>
          <p:cNvPr id="28" name="文本框 27"/>
          <p:cNvSpPr txBox="1"/>
          <p:nvPr/>
        </p:nvSpPr>
        <p:spPr>
          <a:xfrm>
            <a:off x="2719276" y="3878616"/>
            <a:ext cx="6753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en-US" altLang="zh-CN" sz="1400" dirty="0">
                <a:solidFill>
                  <a:srgbClr val="0C7ED9"/>
                </a:solidFill>
                <a:cs typeface="+mn-ea"/>
                <a:sym typeface="+mn-lt"/>
              </a:rPr>
              <a:t>- THANK YOU FOR YOUR CAREFUL LISTENING-</a:t>
            </a:r>
          </a:p>
        </p:txBody>
      </p:sp>
      <p:sp>
        <p:nvSpPr>
          <p:cNvPr id="32" name="矩形 31"/>
          <p:cNvSpPr/>
          <p:nvPr/>
        </p:nvSpPr>
        <p:spPr>
          <a:xfrm>
            <a:off x="2833120" y="2832950"/>
            <a:ext cx="65257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4400" b="1" spc="600" dirty="0">
                <a:solidFill>
                  <a:srgbClr val="0C7ED9"/>
                </a:solidFill>
                <a:cs typeface="+mn-ea"/>
                <a:sym typeface="+mn-lt"/>
              </a:rPr>
              <a:t>感谢各位的仔细聆听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232676"/>
            <a:ext cx="4419600" cy="1841502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829456" y="810143"/>
            <a:ext cx="10533088" cy="5237714"/>
          </a:xfrm>
          <a:prstGeom prst="rect">
            <a:avLst/>
          </a:prstGeom>
          <a:noFill/>
          <a:ln w="9525">
            <a:solidFill>
              <a:srgbClr val="0C7ED9"/>
            </a:solidFill>
            <a:prstDash val="dash"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F800E1-0F77-34F4-5EC7-83766724F48A}"/>
              </a:ext>
            </a:extLst>
          </p:cNvPr>
          <p:cNvGrpSpPr/>
          <p:nvPr/>
        </p:nvGrpSpPr>
        <p:grpSpPr>
          <a:xfrm>
            <a:off x="2442756" y="4623545"/>
            <a:ext cx="7464056" cy="608498"/>
            <a:chOff x="4848375" y="4652410"/>
            <a:chExt cx="2504926" cy="60849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500363E-5F82-14AF-4312-B30C3CF4A273}"/>
                </a:ext>
              </a:extLst>
            </p:cNvPr>
            <p:cNvSpPr/>
            <p:nvPr/>
          </p:nvSpPr>
          <p:spPr>
            <a:xfrm>
              <a:off x="4848375" y="4652410"/>
              <a:ext cx="2504926" cy="3888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A4A92D1-BEC6-47E8-47BF-E70A1D71F94A}"/>
                </a:ext>
              </a:extLst>
            </p:cNvPr>
            <p:cNvSpPr txBox="1"/>
            <p:nvPr/>
          </p:nvSpPr>
          <p:spPr>
            <a:xfrm>
              <a:off x="4916827" y="4676133"/>
              <a:ext cx="23680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Members: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Tianxiang Li,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Haoran Li,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Yihang Jiang,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Jianming Miao,</a:t>
              </a:r>
              <a:r>
                <a:rPr lang="zh-CN" altLang="en-US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Zhiwen Hui</a:t>
              </a:r>
              <a:endPara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zh-CN" sz="16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TQsImhkaWQiOiI4MWY0NDMyZmNmOGRlYzk1ZDE3NTM4Mjc5MDQ3YmQzNSIsInVzZXJDb3VudCI6M3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6671653543307,&quot;left&quot;:503.1171653543307,&quot;top&quot;:87.70771653543306,&quot;width&quot;:348.96818897637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32732283464566,&quot;left&quot;:196.7008661417323,&quot;top&quot;:155.9266929133858,&quot;width&quot;:316.26834645669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32732283464566,&quot;left&quot;:196.7008661417323,&quot;top&quot;:155.9266929133858,&quot;width&quot;:316.26834645669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32732283464566,&quot;left&quot;:196.7008661417323,&quot;top&quot;:155.9266929133858,&quot;width&quot;:316.26834645669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32732283464566,&quot;left&quot;:196.7008661417323,&quot;top&quot;:155.9266929133858,&quot;width&quot;:316.26834645669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32732283464566,&quot;left&quot;:196.7008661417323,&quot;top&quot;:155.9266929133858,&quot;width&quot;:316.26834645669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0587401574803,&quot;left&quot;:502.45,&quot;top&quot;:159.13889763779525,&quot;width&quot;:357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ba3pshy">
      <a:majorFont>
        <a:latin typeface="Segoe UI Symbol"/>
        <a:ea typeface="Microsoft YaHei"/>
        <a:cs typeface=""/>
      </a:majorFont>
      <a:minorFont>
        <a:latin typeface="Segoe UI Symbo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item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R2lkQVZucXAyUitzUUVBQURnRUFBQU1BQUFBWkc5amRXMWxiblF1ZUcxc2ZWUmRUOEl3RkgwMzhUOHNleDkwSDdDS1EyTWtvb2tmSktBKzErM0NybXp0VWpxVkdQKzdYUVdGQW03SnN0MXp6ajN0dmJkTHpqL0t3bmtEdVVEQis2N2ZJcTREUEJVWjhsbmZmWnhjZWRROVB6cytTZ1lpclV2Z3lubjY1WklXYmZtdW81SE5HREdSWVkxWjMvMmthWkIxWXhwNUw5bVVlVkVVcGg2TEF0K0wwK2dsekVoQVF4Si91VHEvbzY5a0pFVUZVaUVzVmhFVHZhaVZ1R1ZMVVd0djdlQzJOOEVKbGxBZ2gyZk1WRzV3UXNnMjVaSVZoUllmVERIT3hmdFFpcnE2WnlYc3dRY1ZtbWlyc3gyL1NCVyt3UTNQNEtQQkxkZHhLZ0g0MzdKaUV1OGpYQVBPY3JPcWs2NlZZVlF3TlJXeWJNQjM1TnZnbmU3UWRQa3Y1VklDVTVDdGV2TlRHOU94WFphUUJ2WkQydDFqZzNBSVhsa005S05oQkNTSVBCSjdJWEg4azE3VTZRWFIzblNXZ0hyRU40S3c1MXNHSXphRFJjT3M5SXVWaTFVNm5kV3dwTDB6UThtUWNhVWVLcVdMc0tsL0ZuSStZRXVqUDEzZjVKVFlMcTlDVGpDZE43elF3cEQvWVhiN0ZaTnF2VTBMdTBLT2kvd0FhSVROVkp2NlVHcFA4NDk0VGVqRVhadnd5RkZ0bmdhcll6bmpNekFyM3paUDJydDEwcnVYODNFT29CcFcwbDcvQS9USE4xQkxBd1FVQUFBQUNBQnBtZjFZMjY1NkNlZ1BBQUEwRWdBQUNBQUFBRzF0TG1KcmFYZHBOWmVGZHZJTTEyMXhsd0l0N2hHQ0V3SWhnVUFJN2lVNEZLbENDeTFTb2ZxOHZmVy8zempqM01JY2U2ODExNVVKOW52c3pIbldzZm00WDUrVUkrOVJEZUozbHJKNXdnZEJiYVpRcmZoZ1ZjQWZaeHZNOTlyRjVSR0hvNlFHUjliUis3dnlLaDJScThUUmZ6Z1dkTFArRVlNVHEvZytQUjlram8xQldXazdGaVpQVHVKTXdzRnhmMzV3bWs1WG4yb1RDU1VFTE0rVi9scWo0WGxsWTVNNFY5bmVFVWlHUTlmSnI2aDV1TkI2RzV2UnVKbENoOUpYdUhDRktZMitVdVE5VnhjNHdha1ZWRncxNlU0c0d4UUVUODBpeUxqZjNkQXdrT1c2VlB1SGV0aGU4TXNDQ2Mxamx5aWJVNGFSR2VOcW10UGJXRXJ2bUo1YVJoVWlPWUo0dG9Rb2F6cUppL1NMOGNFZmZaTVVzQmtuZmNCcktianBhblhYYmNxUVlTdnN1WVJpQlVCK1JueGFKR1dscDAvVW1MNlRKNEZSU012NkdycGpsWTJZUHc3Tko1dllUUTNtL2xWZmI2OS83aHU2VDJhVHRTYldEMGVZT3RybEFGeXNGTlNZZTM4ZFcwMEVmbm9OZHE0dTRqVytZUEFIOUhIUXRWTUdzdHJJTmFWQjZsUWtQbXczajRxdGgvV0hvV0toZ1BoVHpJRElocUNVUE1nUHBaaE9NYTlrZmZwamFuL1F3Yk9sekhPL0xsOFJsQlJCOXE5WUpLdllPVWE5enZ3RVJTY1hzOWl4MW9rSjlWcjNaRmV1OEZYcVNkdGZpSDE3OFJBdlBINXNIN3g2TWRsZk1XOHlIelhTOFI4cXk1dHFpTktDb1FLQWZVZFJmYWduQU1iVmV2dFpSTFY4SXJIZUlFREl0MXpEN2c1RjNsOC81NEZTSjRZMXVINHJMOE1XOW5lOG9USTAzYkpmcjREUkQwN0NZWi9mb25RVGhUcVh6M3pPZHUrWm9INU1hZEdKMEJLcG95Um1KdlFvMnJLd2s5M3p2NGk5dFJ6YmNtaUowem9tYW5HNFFUa05Sc0NqYnZXYVBlUVVmYmREZ1REeCszbVZON29HamZNKysyaFhteU0rZmV6SlpiSVFFSHExUHlGRThWU2FLSXo5MTRNM2xWdHZGYmcrenpkWjNseXBvTHliNk9HV3BzQlFTR08zLy9HLzdpaDhlQ0FIM3dUR2FaZy9EWnlOSElQYXVpdURrR0F3RXdna2M0Zk5rYU5PWWxsTFB6ZG1td0xNNlhKNkRVUE1pYVJ6ek1idElka2M4M0hoVjVscSs5ZDlwVG9XLzQvLzh2L2Qvd0dQb1dFMmZISFJ6WjJpZUNmUmg0d0lyMmRWNnVLeHgyenRxTEFXSmxQSi91TjgxTElCZ0tMOVUzL1dnQ1FYSTEyTm1mOVhNd0w1VG1jd0xyS3JJLyt3aitKQ0UyOEgyZlo1TnNBU2hvSlBIREZFWHM3SmIrVU9TNFptWjY5ZktOajU0Mzh1QURUR1dBYmYzOXlrMU9CQ25sRHRuODV2UXlNaUhhUXNVc2RQcVhwL00zVlFLVHNTNC83cTNtK3dXMHNhYXp5Tk1jcG13OE5iZG1FMU1VcGo2MkxtZk82aDI2cGpBRVR6em43Smx1YUJHbDlNR2lFdC9kZ3U0eG5SWHgrNnFUM2NtNG1FN0dOLzR2UTdwSGpEclJLTTIrZ2xodHY1ZE94TU91aTM3bm9mWENJbEpHV2YxVTJlTTFBcDNwYWJCSi9uczNGcnBXVVBPZU5mT2dxYzBuanQ1M0pxZUE4bXVtbjhhYk5vNzBSbUdvWkNGbm5jYjFsZEg3WVdpWFBxR1FkTWJLTlVRa01neUdYRHA5VnNybTREQTRHLy9ObWZCMFc4OXY1N255MzNlUUdPc2Z4WTYxajFvb0htbVVYaGVrTWJTMzVGcmhlcHdkUmhkMFB4OVpjRG1HektkYnVDMzQwN0dWd09va0c1bVZERlJmWDVTOFZPYXEwS2hQNndhM3ZVN3FyaEpEbC8vSCt4RjNiTUNUYzJ2WEdUaUxYam1wK0FNbVk0OXN0SlNuTi9sb0lLbUVXL0FOa09SbnFFV29QQURUaE4yaHRpblcvYnhGcUh3eUx4ZFdGRmNYVGMwdlV6VUh6eWJaOXNqeTFBUGs3KzhiOHp5SUhadERnWWZMRHlIMzZNc2h6dzhmRmlXRkVVdUJOeDhoQnB0YkVhNUFmVFJFQUJzd1cyS0l1VnBKQTh6ZG8wT214ZlFmc2hET2VsL05WZS9WRTREZ3VGZENhdityaXBHK21ZQUUyay9MY1pEVGVnRlRRZlAydXlnUFJDOVBEemRGODBTazk3alZwUm40bDU3OUpMVklhRlJDVktSTXlJaG5lQ3VGNEVZRnIrOXkvblRoaGRsMXA1cnN6S0ZaK1VvKzlSTUVTalowaktsOCt4cVNnWmdUejV5M3JabmZHRzVFVHUrbVZpUUIxd05yZHAzcStGVWlncG9EaFowN0JRTEVhaFhoUEhWNUZGYWpvVkhDdWRoUFRNNFl3OUZtb3ZBazZuWFl6SERwVXBKQThFUVZRYzBGbnIwMjJCcC9CSEZ5bDlQaXhTbmxjbXp3Q1lUWFE0L1lXRlFUZURsSk1PRENpeWhRdDlzdU5YQ1QzMTlpVE9PcjcvWjU2cnhwazUwOXJubnQyWU4wN0tlWE8xWUdBbExZTDc1aFhZamo2VXh1OFdlaG9GNzdma2QxVG04S0VuK1B6OWpoRllOZUVzaVEvNjlyaWpKRWJHdDRlWXo4UjJpVWU4YzdTNGJaM2trRUVvWjFUdHJmeTIybUhRcFkva0hqdjV5VVFka1E2dGNPTXYvenRPbmlMZ3BKMlpNU0RqamJzcGxVa0w3OWoySVRtYUZ3eUQ1WDNWWkF3WWFNaVJ5eVl1NVNhZVpKNlFFYjIzV2xHZFRPT1M3RkowbHljYytZeW9NVmJVSG5PSXErZU9JdXZPWjgzbkFsSUFoT2N1TjU5eWdSQ3BaM3BKWmxBOER5SlVRaExQTXJWcVhxK0RQQUYzc3BqL3gzcjVtaG1wbDlTUXlCcmhLT09Ca0d2M2J4Y1JsMWpZL1EwVUwzTG9KUnBCWjBOQ0I4RHhtODluZ3l6a2gzU2liUXk5Y0paTVhBcmROc2YzbU0wblNZV0QyOUorNWNSR3ZFdy9zcnM5ejFFaVBEQnp6RVFNM3N4U1RwSFNod1hJN3IrY1h3VGZ2cjJVRitZb3dYYXFaZDZaWkF0MjRERldQaklLUVlLTzZxV2EzbnBMcmltVlRXRGh4Yk8xNitKVXBBVEhyb3pVd01vbS9mZDZ4UER1NWt1UEprc2FtcEtSd2NEZ0V1VjVOTFY3UTFuVDZJcFY1cWczR1Nnb0pLTWVmNisxQURPVXJkV3RFQms4MlJkSFBTUHk2ME5TVW9Mc3dNZjBOMFBVbDREd3pFaS8rUjEzUmh5RDJzYUJwUHQyQWw5d1Fwejc5NjgzaFVicGxmajRIYVh0YmZkd2NTTHo5bHExN0duVVMzSWJTK3l1WUxGZllKeDJiQWJhcjF4NDJ6SG9QRkJtdDhjVVRFYVpjbTdKMDRxRkpGSUxSZXBNRjR6R25RRi9sUDNJdHJpUktIem04WVgvK084SGtGcEhmRDhmZ0hwbDA3amZZdFlrdGZ2Y29hTHVGTVEra1Y0WlQ2N2lIWHhRYi94ckRrczJTd0xJMk12TWZpUHJsaXJZVEVLaE1LZldlUmllWUNxT3o4cnhPTzdLRThBaGVBdEtlY2xnNkhWUUo2TTEzckJnUWdZY0h1b0wvZkYvTDNtVXdaaUpZeWYvSzVFcUZKdzdMZkxMUC8vQkxoSWlqMHc0T011K1FJcWUyRE0wOXo2T29wQU1pVEVQQmNxaXBIdWw4djFkMCtxMkhFdmpWUWZuODdIbGJrcXhzMktHUGZUZXl5b2lJeGFpN1gzd2JTaTRRQ2RtbTZuakIvTGVnU2N1cEkyR3RMUTVhbjVUZlQ2cFM5U0J6eTMyN1IvMjNTRHRnRWZjY1NVYUdVRnVJNTFCcjE1MWlIVndzUitWc3prWitQcFUvK0RRTW50U2hkb1N5NGVqVFZYVzh0ek9ZcDY1QmtNYVE5YmQxd0NUcC9CUXlDWllrbmRFUE8wTjIzNUVGVFNTOXNNQ3BwcTd0RHU0am9jcytUdEdGWVFYME1hZFFaQWxtWUl6cVhlZk9qbFlESXhicDRXYlk5VEVCYUhLVUJ3eVA1YnVtTFJNSnB1ZS9MN2laYnBKWFEyNzh0NCtNZTgzWG92T2lTUEI5MDBleW5VZGovZVJMVEhvUnkzajVNRm1vZnV0K1hXZ0kvbzRKczFNZ3NlWFVTcW9BS0RKMjdCVmNOUkZWd3MxU1B6MVl5cmtiTEsvNFR3WGxwaWp2dllKUXR4MjhyY2EvZW0wR2J2b1ROMnUvL21QbTNsYlhkZUY4WU04YlROYXFWVWxYaEVHRWpvZjNmTTF0cXVrQStPYlZYRTl6cjVmbHdXR2dLUlhSOXZzdnpUM1NaQk83L2Jvd2pTNnJrbEdub0thT2gwbmh6bC9KNXprNDNDazFXbU9RdzV5NGhncXg2alBxTHZ3QlJkRXN3SnBvWFIxVVYvRmlyNFVqOHU2YnI0RWdGd0Vlc2VlS01LblJSYWFGTkJTTDRYbC9rdXMxRmFIa1lucU1zUlp4cmdzVDk3MHJQQkM3amJaWjVrL2N5TW02MWdTSHdpSW1OY2xkNW5TbHVvWFU0MkkxRWFia2NTdTNwMjVLZ0M2a1JpbGkwc0l0cGsxQVFtMUVZWnRnYWlTS0MwZGRjenVJR3U5VGUzK0thUVg0RjRkZi82YWlKUkRkZDdpYzdIZ29kRU9XZzN5SUc1YkxUdWVYZHdyYkxSYTBCMHNHRnpob3FvUHRaSE5Ld3g5SGVwRE02YVIwMVJCWUVadmQ1ZmVFR0xDNmNnU081YTZ5amd4WktjcGtKNm5OVE1sbkw4NXZybnJkbCtQNStTOTdsOCtNcG04dThlSW83bmY0eHdLQVRyZDFDai90KzErZmFyU0V1Yy8xVU51L0dNa0Q3ekdiaFdWUlZVaVJIWnludEl1WTFjM2ZwcnA5eXdST2YyTWJLWStzKzRhMVZ4MEQ4RmlEOXRsalFVekFUWklQN2h1Vjk0OWJpa0E2c211ZlpnYklUcFplR0lMRXVSNW14QkZKYkMvZnNlU2lGam55bHdidUVwazEyL2Z4QWYxd29uN2RWZmZXZ05XZmRxaGtlZHZ0bThmNHA1RVFqcTVBTGJzVFpaeVJyN1MwTGc2UEx3Sko1b2VlRWpqNDAyMy9VeWNBQllFZGpxaXJmcnEyU3JWcGVDWnZZZ3lvK0kwR2craDhaTUI3QXBVNi9rZkFuWkRQb3dZQUNvZDhmbjhTTmE2RHRDY2NpdUNxT1ZyR1gwbzltRnNtUGxwdDRzckFtc3cwL0RmNTYyNGRqczJ1U3YzN1VaK3J6M1c5UlhCVVhhN2prbmNXdmNwdHo3ZVhtcGxaT3ljeHREekhSTnc0a1lpVThEZXVWSDA5WHBpaWlRQ2dMMEh2YUtGa2t2T3Q3blhQUEFBdU9xSkEyc1p1U2JwUWxraUNKN1JXcmEwejhwcXNIOG9ONTJkS3MrWFRWMkFrL0R4d3VBd1RoTzZxOC91YnU2UDZJdEE3SFNxdFVyb0s1SVlmTWhSVFZZWU45dnNPWjl6c1NVdThmL0s4cUI5N0R0RkMzQmFaSmRVRHEwdmtnUk5tWkVVakl6UXJ6NlgwVU9iZGdpTnVUV2oxbWlwelh6QU1oRmxmTHY1dmJxeFlJaEFscStYT1lQMysxc2QzOFRoVW9oUFBSWW9ORS9yT0hQbTlTaEM1TEk5WWZRTXA2UElUSzdDbDhLaHYwK0x1dFZSZkpSQ2pabEVBQXprY3VzM0FEamo0R2FCTlVIK1JONERrVVJRQjFJeXlFdVVtcjlja1ZoRXV5WHhOUE1mOFNJbk56R2R3TC9zNmVxN3gxODVGSlI5c2RGbWY0SDRadTVDL0FlZHRjdHdkd0llMVIyVmt5TnlJNC9jV3NPa0xzNnZ3eDFENWJUYXpSQnk2cVR1ZTM1THFRTm5mL2wvcWpET29kMzZuRXVaQUJFckhUM0g4UmpPcWlIMFBEZjZKalVsUUphNC9YMFJWdTNJNWVxaS9zcXg2ZitYLzYvL2YvK2EvdmJ2cjhsVjV4SjZwMVcvS3NTVUxyM1hvS1lIcnNiVDZoQ1dPZ3loaUl3ZFBpKy9KRlo1NktJNUIwOU8wMmZNcGoyR2hPTy9wdjM5ZWNCNnY5YXdjUndnWXY1Mnk2eE9oR3hCcU5sckp2Q0puZTlQOXgwUkFQdXBIR2RlajVBZmlRYzA2bVhQejNYb1hOQ2QzS1pBWUczN2JieGk4bWM4cXhKMmtOSzduMG9TRjNWVWlwUkMxRDQ4TmtRQlVpT0ZRanpCVEJ1N0xVbjUwMU5aSXppc2JhSzJaSW5JMERhdTNoZUNQTlVOWS9HZkVpYXgxZThrajVGVEZBZ2djWXZ6ei9uVGpCazErMkFlblMreE5zTFhkb2w1eFB1ek45bktxc2cwTDZTcHpYZE9SMWZReldsRFUySVVwMUdLNmJpSGRZRU9qTStzbjc5bGtUVU8yRTNBc054QUp2SktyNHFSY1U3c3hLZzFoRnpiaDMwcUdHdVl0U2l6bzlJZ2ZnWW9jMmZ6MUxINFZpTGxBQVg0QWsrWjlDWnhYYmd6bkhqNkZtOVRaL2RWSFZ6RlA3RFF3YkdBQTAzeHdMUkdBTWxIQW1ncTYzM3Y1VjRWWGM3NFVMK1pjbCtXaXZmOHhRbGk1YW1DK29tWVQyUDN1elF4bTh5SmVNckp5YWNnN3U0RHBmbXQvbERjTVdTdGJsZmVNS3o1bzE1TVNBVVZGSUc0bTZIZVhCZ0w0UGRuTXZyUC8xazJFS0pUU2YvSktMZE1qZHc4N2QvOW4zd3NHd0lhb0lqV2JLNHhtRFgxNzcxTElWT1lBR2xicEh4NzNJeTBhb2h3RWFCa3FEaklaMXBXWXA5OGhkT3lCdFhYcmQxVllPckEwbW5LUnJxcW5hb0ZTWHBrd0NsWDhUZEtWNUVJNGxhR0lWQVJDRU96TUZtdDVDSUNNQlFBL1lpU1VjSkhlaS82UDFCTEF3UVVBQUFBQ0FCb25RRlpBdWE5ZWFRREFBQ3VCUUFBRHdBQUFHMXRjR0ZuWlM5d1lXZGxMbUpwYm8xVVhVeGJaUmgrMzlNREt4czBXL2FqeVVBM2d3bUZNT09OVjlNbFdMSWZvcXRtSlpvNUl3djlvVjFRYThNR3JORDJ0S2NVS0dWdVk2N0ZId1lLZEdFdEFRWTlzRFpaMUl2Rks5MlZWMTZjNzV6V21NeVl1SVNyK1gwOVRVQkNsSnZtcE85N25yLzN5VUg1UnpHRzNLRUQraE9GaWFYQ2wzY2FYNFdtUVlDV055TUFEaFA5Z2VZQituVHErT25qWjdERi9IYjVXYlBaL0k3NTNlWjJkOXRsT0lldCtCNitqK2RGZ0trUHdnREd6bjNvNFY3bThjOFhkVFlvNDNaMTZCMFZkaWhIZEhJdUhqa0hyM3dUVnVleUZCY3FiVlZjWGZEYmt4ZU0za01ob1Q0NGRmSkNnL2U1a05Eb09PWitCVXlSUzNDeGVTQXdhbThYVHRRc1dLK0dKMXcyNFkyYUJmdFZjY0lGMkxWVEZpdGxDZjB5ZWRBbzdJYkg5YUdmSnc4MkNIdmdjYU96eFBKSnNIbmczRkpmdS9CNjdEVXIyN0d4SGJ2dzlGa0xvSUE3cHFrTEdkZVRScUhGTWxzZnFsdFBOZ2huTExPTmZ0Ulluai9jUzFuK1B0c2VQUDNYRDFhMlpHTkxkbUU1MlFYWXdkWHl1azdRV3l0eGY1a3A4dEJTVXd3ZDBMWE5JSm5zQWV4aGc0OUI3NmFEUGFiSTNuM2YwOEhnaDRCOTJ3MlNOa0FmYmpkNTFBa1l3RzFZV2kwV1FDdDNtRWNmejMycWN6UDdUcjJuNHJNTit4Nis0SXVRMkpnYUQ2cVJETGtYSitPU2NqdjFaQzFCRW5Oa1dNb3ZwMmloaXVIc3J1SU1Pajg2blB2TGp0WlcxMVp2RkF2UXdWWHppRnlYN2pMajZOWmYwU0x1TG5KYzRRdis2eFNJcE1SQ1FtUlllbXRGQjNOd29Qem9FY01SZ3lueTYyK25pa2h0NkFHcWJDZGcxMlpJWXBIS1ZrWStWOUtMWkR5ZHp3cGtLbDZDZDIyQmIyVnBSTnVRSHNyTnZjRFM2TkhBZTdVME5QQmVXb2FNRXIxSG8xQURtU2Ryd3pRY1pXaFduVTVSaW53dWtaOFlWbTdjcHlia2xSR1Nucy9ucmpIMkcxcDUwS0RyOXZadllrMCt1bG04MjBjNlQ1ZUFRRGxxZVBUem5GZlhSN2x4TDJYdjMyeXRuOTRpbnMrRnllZ0twYVBzSkRDalBXZ2VtZG14REZtTDVhY25pYmhRVXBVVjVCV0o1TzRxMGVYQzNTK1Vtd1BGQk53VlBaVll4UlhWR0hnRGI0cTgxUFNVcW5HMkFuci9RNGNQaTBJMGJHVWxwSTZLeXEzN0pKWFJVbWNTNGdIMlQ5cGZ1RFVucjA3S3E4c3MrSFNNeW1SYUhveW9NME5FK280OG1DZlhvN0lrMFZkSVdLTEpsWFQxYmRIMTA2Vm5wWGIzLzc4dXlrQkRKOUVGRWtzcGcwdjViSFp6QStqTjVNelhjalluUy9ROG9qSXVrZHN6VkFMeHg5bGFZcEVsbFk2UnI0Ykk4RmhKamcrMzZ2bGpuZXI1blJiRmp6c3Bvam9kVmVkWDFZeC9vM3dCL0ZmN3hLRzNtTU9tTnZvbEF2Z0hVRXNEQkJRQUFBQUlBR2lkQVZsLzNQaW5DZ3NBQUUxVkFBQU5BQUFBY0dGblpTOXdZV2RsTG5odGJPMmNXM1BieGhXQTMvc3JPTXd6SWV3RnQ3SGtqRVZaaldlc2ptb3BqdDAzV0lJa2prbUNRMUsrOU1sMkdydXViM0dUT28za3RMbDBhbmN5dHVTSkUxdXlMZjBaZ1pTZThoZXlGNEFBQ1N3SkVLU1VUaWlQUGNBQ2U3QjdkczkzenU1WmEvejlLNlZpNXBKVnJSWHM4a1FXU0hJMlk1VVg3TVZDZVhraSsrSDhkRTdQdm45OGZOWmN0aktucGlheVNLWS9RQ2F2elYrdFdCTloraVNiK1lOWkl0Y0gzL3g0OE5XM09aRE4vTW0yUzBSYU52UEgxY0xDeFJtemRuRWlLMmU1bk5tcVhha2RILytvc0ZoZnlaeWR5RUlWNjlteDQrTWZXSVhsbFRvdEFSakx0Q1IvanQzSkVHY3prMHpjTEJWRG41eW5UelFvc3dmUWZ6QzNVTFdMUlZaUGxqUUFaVm4xaTgvellnVUJIU20wZUN6UW50UG1WWHUxVHBveFZ6RVhTTy9wdTRqSlBCc3E0ZS9TZTlieU9XdWhibGRQRkF2TFpkWmdKdHFUTjEwb0ZxZnRhc21zazlMWmFxRmNuN1BxcTVYTWRLRmV0K2RXTEt2T2V2YUJmM25XdjV3MEZ5NHVWKzNWOGlLN1pUb2ovUVdrMzF4ZDVNYlFzcGtQeXdWeVdTcGxNNmV0cGZxTVdWMHUwTkdrbzJSWGdyZG5hS1Znd2FSTm1sRUtsSkJXenE5WUpUN2NtRll4QytVTDltV3E0TXpKcFNYU1YzYkpoL3prWXRXOG5IV3I1TzJpWFdWYWFrbmhGV2daOWtYUFcxYzZpK1pXeklybGw0MnhRcUpaVmt4YkFvRHFUYmt6VnRHczUrMXltYW1kZnJ4cWxtdExSTWVCV1NXM1Q2bmdmTUpBbFdRZ21GTEFrQUEwT3FmVldPQVRyRTE4UklQVEc4czZuZUZ0dzMyNlVIYmY1TmNmdGRyRE5IU0dEcXczc2JMdSszbXpRdS9aTTFwMnNyeDRvbHExTHpNdEtObk1YT0hQUkFmWWU1MSt6OVhMbkYwc0xKSW04R0h3UjRUMWhJaDhiMm1KV1MvdmtWZlp1M1NiT1Jib0h0RXNHYWxvL1NKWlVsVlZhOWN5aEw2YTVXZ0ZoeXcycUZyNnVjbWl2WEF4UTY5NEkzeDRSUFpybmhnVTFaN2JRU1RUUDJUU1drdmszdTFyZnNXc21ndDFxNW81ZFk2MVlOb3NGWXBYSjdMT3p2UDlkeHNINjU4Y3ZIbm9hWllhaFN2K1BVL2E1RVd2WkluOVVLR3pST1p5MWF5c2VFS1ovWlA2aUxScXJrSjFTb1h4S2M3VVdLbGtadm1yK1hPOFIvV0tkOW40K2xiejJjNzRXTDFDTkZLaC8vQTZZeTJWdElwT1c1ZXM0cFJaTjRuZzMxdDJ5YXBYQzFhdGRYMDFreS9hTld1UmYySEd2bVROMjhmSDJaRGtNQ0tEMWprdUxoV1JwbU9raFViSEU1QmZyUVlraVFYbFJKSk9zS2RRazRDQlExVW4zYXBBMHhRRmQxYk5zN2tWWFhPS3R6NjY0bGlyMVdPZWR2eExwalEyMitmcVY0dVc2Mm9ZeitrOW5YZnN1Nng5RnNIamJEMXpqbzZ2QmlYaVBqTG5PUzBVV1hQTjFIMk9GVU1paHNHZjY1S21NSC9nOG1xR1dQZDBsVGxIR1ZNNlU3SmhQcC9xS3g0WWVlTloyOW9acUErS2dZcUNKQzJrVEplQnFpSmhFSjRLSXdZbVpTQWIvbWdsKzQ5R0xEd1NGcW9HbWVTUkNJT0dCTU5ERXcxQ3NaUmNwQmhPUVJCVmExTDQ3Ynp3UzR4K1VJNmFTb25SQjNxakQrdTRoVDREUys3Yzk5R25RaVFCRjMxSWxRQi9Ib0UrTlRINkVCZ1kra2o0aDJHMFZhb2FrSXdSK29hTHZ0eUlmVWZNUG1LQWtvYVJnRnVxcE9nSXhRUmdOMUVDU1p5QkNxc1hxampaclEzNUxsK2M0aFVSb2FRYU51RCthTmpHUHBtRWRUcGptNG9WQ1NFa1pKOXE2SklTVFQ2NnRFeElQbG54eURjemt3SjdaTmtyb2ZnYktUR1FOeFRlSllFYXQzblZzM21zMEQ4ZE5oOFBkQzFiSXAxZHJWalZ3QndZQ3p4TFptWUtqbEM0WUJFc01DNmdpVVFBQ1NCVjE2d2NpTFl2amF6RDlQREcyV1RrNTVsZEdjVDFLZGlJdEtzdVgwdHNXcDJHeGJiM3p2TkoyR1pSVU5FOWkzT2ZCUXdnTTEyMHJ0aE1Ldk9MOHl0a1hwYXRXcTJMSVduRE55UkZZMlFZR2RPZ2pZa0V1U29NcjFpNXkxSm9NQkpCL2NSV2hkandSVnNVSW10OW9FZUg3VUNSTkdDb2tYYWxrWlcyRXE0MzFlVjdoMk5UZmdTZnpxNGdISWhkNmJJdVFVMWdWektRWkgzSWRnWCtIKzJLeHhIOTIxVU9BaW5hcXNneXFjc3ltRFl6R0ZBbUV1SlZicmRMWVV0eWtWS1lVUkxMMTBKcnVVbHhwYnl3MHBTNFVtcHoxSFRWM3hMVXdyR2pUcGI5dWhzN2tpVzJ6cCtMckJLQWVHYXBEdDhzd1NHNHU5K21XUW90S203c0tMU21rSUFlaGhRZExZcHRLTnpBUXpTZndQTzA1cU1QMzN3UW9zdmNrZmtjb3ZrSUNKL1FodnB4U1AzNG95TjNSeG8yQnVTT2tEejAxWmVxUXlscUdUQmFmUTF6OVRXd3hWZXUzOVZYcnQvbGwraUxoN0wrQ3V3aXB0elhhS1ZHWnN4QytkU2laUXJNQ21Fa0liWGR0bFRFTmVCYldKTGpWakZNU3dHd3piaDZXZ1BkZUQvcnBpdk1KWVY3QXI5K1Q5dU1iWGFSSDBxWkY0RUdiTmN2QXAzNnBTa21QVnJENUdVUXRYdWRJalVDdkQ3NkdZdGthUkRTVkEvMGZrS2tkL29EOTVIOE9MaDIyM253cUxuMmwrYnRMZWY1bXZONHUvSGx4czl2MTUzMVo4N2Q3ZjFYR3dkZmZac3NOVUlaZUlIZE1kVkQ0eGlROFRIQUR3WEd4aUhveENIaGplNWhRK0hqUlAxMDd4QzliZFdNb0NZcGJteW94cEhpMVc2WHdvM2FuMC9BajFLRXpVd3NDcE9tc2dkYUhEbmRPK1loeCs4ZUVNdnFvZXBFc2tKSDBwSjNMVnBFREVYSHpUdlJTdUVrdkhlWTlGU0pIbGkxYXkybjQzc0w1b3I5ZCtrdE81ektqM2JXMmcrRzZ1MEhRM0hud1ZBOWRERFVwYVBiamlndmhJTmVpRWd2TEFqY0VBQklDdVdPU1ZqbkpaUmRUaUtpVlVWMFRMTXZWd1I2T3lLZmxXN01GYy94d002Z01IR0NmbkFCb05nNWFYcFUwaDUzS0Y3UkpJRENpVm11ZUJJSXdxams4Szh0ZVkranZKWXJ0NHZYQXYxNHJldWZFZGZrYk53OFdMK1ozRHUxUitqemRxQkU2WFJTN09STHdTN1hWZ29WK2k0M0p1N0wycDhsYzJmUlVJdnB4VHhyanZJYU1WMVlOeEVlRjlJQVByMEljVWNTTEJCaVFod0VYbVl1VGtoeHRZM2lXaWZFMVU2SWF6MFpyc1psT0lSS0xJYVRZRmZJY0RmL05PSjRVbzREUXc0clA4UnhhbFZneFBHa0hILzQxRmwvU2RZZ2pmdC9iMnkrZEI1djd1OTg3UHhuYmFCazErS1JYVDlhc25zMm5vTHMzVVNNeUg2SVpBZXQ2SHk2YUpQcFZGNFc3UkhCRHE0Z3JaTXIza20zWVdZRWg3bExsQkx5aDdKdEJPV1ExcEVrMkRVQytzQlpubnJYQ1BhM2E5UVB0eHRmYnpYdVBXL2UzbXJlMlByNTdkMkRhN2NiZC83WGZMSkI2TDIvdTc3L3pkM0c1eitSMEh6djlYMW44OFgrN2tNSzlzOTMwdTBqZ1dNQUt1UnZENURUUTU5dWtINk00UHdZUGNWK3BFaEhNQlhPUmRVOVJxVGc4QUJFL0VaUURsdmIvV1JPZG92UmthSjdDWVlBV0ZTZktWQ1dEVWtXUklqZVFaUitkdnhSTXBaakwzS0VMYlFhOElKS1VPR0dqc3FDc2NqQkVSUHhvYVQzcnpLT1J4aEVERkF3MjZucGtxRUtYQzJBRXU3emYxR1FXWGRvRWZ6dzQvWnJhL3U3dDV4UFh4UGdFLzQ3TjU3eUN4N0EwMGorMFpiejlzSCtrKytjbXorNGZtSG40NzNYMjg3dTk0MTdydzYrLzJmakgzL3RQN3puTzZQQjhKNy9ONWorc3d2cENPOGFmUnJLZHhFQjFUU0VUbGQ3SUh6dmUyODlOdkcxTnVERER1QnJuYnlIUFhtdnhPUTlSaUJpVzZDTjkxaVJCaDY0ajNBZkUvY1k0SWp4Q2VBZUFySmFGdTNZakhEUEx6bkJHNjgvYVg1NnMvSEZUODdHRnQrNG9hQmZ1MEZMTnE4ZmZQRnM3ODEzZTI5ZTBiMmJ6UWZFR1ZEaXY3dmZmSHJIMmY2djgrNkY4OW05dmUxdFVzVzV0VTFXQ0FPbGY4cmNjaXI2ZXdoSVFmOXVJa2IwUDN6NmEzR2pmVjNyUlgrSWhQUjNqL21ONkQrOFlGK0wyclFQQnZzR0d0Ry9GLzBKeC9kM0h6cjNmbkFlYkRUKzl1UCt6azV3cTc1NVkydHY2OTk3Tzd0NzIvZWR6WnVOeDl2T2wwOEo2SjNyYS9TMTlaYzA2dDk4NFB6cmpuUDMwVUNocng5bHlPOWFmcHFRdjR1SUVmUVBIL3BHN0xNMC9MY0xkYzNCSWl3QndkYXhkd1oxbElOTm5JTUZIUWRwUS9sWFRSRnQySStTcjRMa2EvUEp2ZWFMTjgydDZ3Tk91Q0s1RTgrUkNkZWozcDBIYlVjbGtoK2pFVlFmSlZxSHZUdlBmby9vOGQvOUFsQkxBd1FVQUFBQUNBQm9uUUZaOGhqamZ5MENBQUNBQ0FBQUZRQUFBSEpsYkhNdmNHRm5aVjltYjNKdFlYUnpMbmh0YktXV1RZN1RNQlRIOTBqY3dmS3NvWTZUZEJMSlljUVVJbzJFQkpxVWoyMW9uZFlhSjZrNkdVVFpjNEJaY3djNEFJTGJJREczNE5tTjgwVmRBamliNUNtL2Y5NlhuOFBPM3VjU3ZlUGJhMUVXRVhZZUVveDRzU2lYb2xoRitPVThmaERnczBmMzc3RzQzT1pwQlhjSUZwdVZzdHhlMTArdEJWMjhBUTNuRktOWEVUN0o5Q0lFVDJ3ditoak4xenpuMmdhR0xwZGxWZzRrZXh3MUhOSEx6cm0vY1hOUlZCRjJqWUJMMUlYUkpjL2crYWhXWU5HYUdpM1BWOWNZTGVyMXRUeWpSWWtSQytuYktXU2tGdk1YNGZKSWZodzZ5Q3RwRTVSbXZ0ZUFiTklySkl1RmxIRmU5UXFyYkhYSVVKLzVic01qbkpSU0xESFM4TVdUZlVVbUZpaTBRNEVOY2x3ckJMSFpvTUFPbmRvZzZsc2gyczNUSURQc21TajRNRlBLVnF0Q0U3em1Zcld1ZEZOZmxqZkZma05CWlpYU1B2eXc3MVNMTzJHTDA3L0hLUjJCUTRwdFgvZGEzQjFIT0pad0FWZHZ6ZEpOaExWMVhQaWs1OEQveWhFNlh1NXBzVlJxdnI1THhBYyt5TG5UYVlsQkM3RFpPdDBPVzBMWmFpOWdLTzRGb2JoeG1ndTVnNTRUZVhKVERQWnhnOURnQVBMaisrZWYzNzdjZmZwNDkvWFdCaExQZ0NxVkIwbFVqNFlUTS9IT3I0emw0UEJ0bldyaVVGVWZwVzFUY2hzbHFGQlM3U1RYN1hOYzh3L2VrVWJURzY5NTNFOW4ybWdHLyt3blROcCtlN0J6V1M2dWh2MmlqWFVvOElsa281cXNQdkVlUzdGU1IzVGZ6dzVCcG9jSnowNzRsbSs0dE9QNTBGUDJJbDN4NTVzSy9oaTZ1c3FLMURaeDlTbmNQUlBZcElmQU9EVi9FNzhBVUVzREJCUUFBQUFJQUdpZEFWa2s4TnY0T2dBQUFEb0FBQUFTQUFBQWNtVnNjeTl3WVdkbFgzSmxiSE11ZUcxc3M3R3Z5TTFSS0VzdEtzN016N05WTXRRelVGSkl6VXZPVDhuTVM3ZFZLaTFKMDdWUXNyZmo1YklKU3MxSkxBR3FLYzdJTENqV0I0b0FBRkJMQXdRVUFBQUFDQUJvblFGWldOT0YxakVFQUFEWU93QUFDUUFBQUhSb1pXMWxMbmh0Yk8xYnkyN1RRQlRkSS9FUGx0bkFvdGlPblpma1VEV2hrWkJhVkpvSTFtTjduSXpxZUNMYm9TMTdQb0ExV3lSMjhBRUkvcVlTL1F0bXhuYWNoOGQxUTlNbXpXVGwzTGx6bjJmdW5mSEQzTDhZZWRKSEdJUUkreTFaZTZuS0V2UnQ3Q0IvMEpJbmtidlhrUGRmUFgxaTlvZHdCRU55SlpGZi9FOTY4N29sRzJUQ29ldENPMnJKNVBJVUlOL0M1K3o2TFJqQmxuem9CT0JjVGlabWt6dll3d0dUb0tlY0IvNEFlck9jakpzeDlteW04TUMyb1IvcExmbVpiZGVoUlhURUZFMGxKTU94NjVhZGtwcUU0dXFOYWpOaklwUXFiQml1bTFKcWxLY0JvQVpTU3BWUWFsYmRzT29wcFVFb3FncmNxcEZTS2xTTzNYUXlPUWFoUUxkV3Erb3BwVTd0c1lEanFMSXk2N3FTK2I0VWtUaUswNkJ5b3NmNGo4RTQ1bDRZWUlPOUlSakRMZzVHSUpMZVRaQjlkZ3pDczVhOHB5MkttYzdvSXM5TEp2UXZ4MFJyRDN2STRiRm5XWkhlMHdBbVAxbktmQ05BbW5kOGJxNlM2ZU94SENFZkZuSk11VDVBTkJoRzFCS2RxekVUU1JTWGRmRi8zWXhkVGJWeVkxSG9xYW5NSkhPVGNuM2Z1YTBVaC9rVVQzeGFzU2lyc1RZWW5FSjNHZ01DQStTVGtsZVRDOUJ4ZzlVQ0hNc3NxNEJERXhsUHhrWEdNNUVpNDQrNTJXOUVReEQ3Z3VJZ2JCb3FSS3JaREpIcVZiM2NuVlRIZlZDMU5NTkoyMkJEamZ1Z3JzTzZXNEhOYmVvQmpadlJjZ0tpQ0FZK08zOVh4Rm55ZHVqaXBsNHM3V1I0VzRKZkF2a2RNS2FjYkgyVlg0THJXMUs3dEdlLzAxeVhPRWFKWEl0Y0wzT0xYRzkwcmtzMDBMWGxlblliMVN4bVAvU2RneURBNTR5M0trczk5QW51M0hIZFZIZ1BjOHdPQ213UGxudlE4OFlmd2dCRnZIViszNmRFV04yS1UrTERQVGVvYUkrMGtHM3hMUVZ4VnprZEZ3RGdpbnowQURDVmdyNWp0aWVXdGFVOWFWTlF0cjdiRzF1RU1qYStvd0FRWlNZZEZ3RGdpbnowQURDVmdsNWk5Z2dOQitJbHQvdDd5VzBlT3ZOT2syZzdSRnk5Vm5ibHhDRVExV05IenJRQ0xYUEIyU1MwM0ZldkVSQ1lDNDZBd01aQmdJenhOeFZtSDE1RXpNUXdUK3gwbEdmV2FsazNsU0xCWmJYbWJmcjAyMi82aERIck5lWmh3QkZyVmRudlFaemJndnd5aVcxZ241Vjh0Wmx2L016SVloMWhDZ1lCM1oxSng1aVdSbFdXMm1lRExvclN2em1mQ2kwVnEvaGJJYXBsNFV1aHF6OC8vdjcrZWYzMTgvV3ZMOUx6cTIvZlh5eDlOdFRGZmhSL1NYVVU1bGJQakVGaWwreUJuTmFRcGE0SEJoU25qTHlzTHo5SytkS01PNVdtcHRMVXpaTlcyUmxQVjVCR05qc2NOQ2JJcHhCZndqM3I3cVUra2V0Z1B4V2Y1d2NkWnJzQlVoN0lSdENIWWNpczcwV1hIcVJQbzNPOXYyR1d4aW5rdDU5bUtuejc0MjBzMzdVK0hpTjdScmJVUmVHUUJreWpKWEpVWU9mOHpDbDNDV1pPdk1yd25FSVBSQWo3NFJDTnA3cXByU2NnR2xJUUxGYkc2Y3cycmFVZ3VFeG5WVlRlZzRiSmFEVExWNjF4OGdROEQwK2lsRTlYODE4Yk5ic2VKaWFUSTNZV3F0SXhUbXhaVE5JeUFQS3puQ3dPTnBpUUV4TDVsMXpSenZNUFVFc0RCQlFBQUFBSUFHaWRBVm05Z1I2N0Z4UUFBQklVQUFBTkFBQUFkR2gxYldKdVlXbHNMbkJ1WndFU0ZPM3JpVkJPUncwS0dnb0FBQUFOU1VoRVVnQUFBUTRBQUFBdENBSUFBQURRbkJMZUFBQUFDWEJJV1hNQUFCWWxBQUFXSlFGSlVpVHdBQUFUeEVsRVFWUjRuTzJjZTNCVTEzbkFmMExvZ2FTN2R5VjJyMEFyY2UrdUk2MGtMeWFtUkRGcjhDS29EZkZRbDdyQm5uam9oS2xuWEUvaStQR0haNXJVYVdjY1o1Sk9PNDJuYVR1dVo1Z2hVNC9kUUd1WXhIVmpVa0FDSXNYaUVXeldnSkN0dmRmN0FOMWRKTjI5V2oxWUNmV1B1eXZFU3dnc2tDM3Y3NCtkbzNPLzg1MXo3K3JiODUzdmZQZmtqWStQa3lOSGpoc3hiN1lIa0NQSEY0T2NxZVRJTVMxeXBwSWp4N1RJbVVxT0hOTmkvbXdQWUhZNGZYcTNydThkSGIwNEk5cm16OCtUcEQrdXI5ODBJOXB5ZkQ3NWtwcUtydi9mQXcvODZ3d3FQSEFnTDJjcWM1c3ZxUU0yT2pyRElmS1ptcUJ5Zkc3NWtzNHFrOUcwVWxVdFZwUmgxR0lBNVR6cVFwUmhTTWt5YUtVYVFBcDFvYW9NSzZSa3VYVDdkcnU3dVQ4Z3AyWjM1RG51SkY4S1UrbnY3OWQxZldCZ3dEVE5nWUdCZ1lHQlZFck5YaXhWVmZ2ZTEyeGRERDY2UHY5RU4xMFVyS2VrRzZrTC9hY3ZENnZibHJ6V1ZVVHR1VWNwT1lIVWhmNm9SK3grRDl5cGdIeXBpNDgrK3VpM3YvMStYbDdldkhuejh2THk4dlB6SjhvVkZSWHBkSHBCbHBLU2tnVlhJWXBpUVVIQkxEeWFITk5tTHB2SytQaDRaMmZubVRObmdQTHlja0VRWEM1WFdWbFpXVmxaUjhlQnJGUUtLajIxU1poUE4xMFV3VmdmZUR6UURZQm5oQzVxUFdrWFJXOTNqOVI2aGlWRWFrY0lsUks0Tkt2Y2ZmZmQzL3ZlVHk1ZXZEZytQbjR4eTBSNWNIQndhR2hvYUdob29wQk1KaWZYakl5TTVPWGxPYk5Ja2xSZFhiMWd3WUk3L3N4eVhKZTVhU29qSXlNZEhSMGZmL3h4WFYzZHlwVXJuVTduRk1LSzBzTzZZamZEQVlVbUFHUkFSdE5TTXREYzg5YldsS2FWd3FkUE54TUFUVFdlM0hwZXZwYXFlZlBtQWZuNStWZlUyMnkyRzQ3Wk5NMTRGbFZWMzN6elRidmRmbGVXd3NMQ2FkMTVqdHZHSERTVlU2ZE9IVHQyek8vM3IxNjkrbm95bzZPWDRobXluSkt6cTQ3SkJpRExtYXVYUHJsVWM1WENLODNqWmhFRVFSQUVqOGN6VVhQMjdObnU3dTdEaHcvdjJyVnJ5WklsYTlhc3FhNnUvb3k5NUxobDh1WlN1dVRvNk9pZVBYdnNkcnZmNzU5YWNuQlFQWGJzMVFzWDBqUFNiMkZod2ZMbHo1ZVVLRE9pN1pvRWc4SFcxdGFDZ29MMTY5Zkw4aldudEJ5M2w3bGpLaGN1WEhqNzdiY0RnY0RpeFl0bmV5eTNpMUFvOUt0Zi9XckRoZzFlci9jT2QzMzRoTmJUaDk0VFFZOG1KSmNEbDBNaW9lTWdtZ0FrRjNyVUlia3kwbnFtMGdHSlNmVUpQZXFRU09oVzI2aERjcUZIZ2NUazVubzBjUjRXa29ENkt4VGlnZ2x0MFFTWjVwYWVqQkpJNE1xTTZqdzBBQzRIek12THF5em5hMHR2L1ZkbWpqaGdRME5EdTNidGV1S0pKMlo3SUxjWHQ5djkzSFBQN2RxMXl6Q01wcWFtVHovOWRNbVNKWGVtNjdPOTQ5cGduakUwMm45MFVKVmlkeldPeGpUNkV3VjJmZlM0RkZyd3Y3RWg2WVRTK0tUc2xFSDc4R2lYQ0laVVhZSDZpYjQzVzQ5MnRBVUo5R3E3cEI3WDl5cU5HK3lNYWkySU5idTZSc3BycFdxN0EwNTJkS1g2Q2t2WElTa1hoaEFUNm9mb29pN1JxT1QvNFozVFJUMjFqUnZzaVhRL3dPRkIvWVN1RDZRRzduTGY1OVBEbXFLSG9GdGwzVjFTcUZmdjZ4dEI2U2czZk5YM05NakF4WEgxc3p5QnViQUZPVG82dW1QSGpqbHZKeE9jUFh2MmtVY2VLU29xZXVXVlYrNUFkeU1qSStGdzJEUk5rUHNUSVNSM09aS1pRTXhjRDVYckRJa3VSZktRc0dwa1VRTG9nekdVU2ZVWkRJaE4xQ2RDb2s4aFhGZ2ZhQWJFaE5yZnVCd0doZ21oWTZKcWVraDB1SkN3d3pudXJiVmE2U0VJR1RRMU5LNVQxanluTk54Ym91OHRSMEhDanFkY0toalRnZklGUmwvUEdqZjZ6RHlIR3p0Z3gvcERQK3I4ci9oSWNtWTZ2QTMwOVBSVVZsWUN6aUxiRDczZlhHNTN6L2FJYmkvRHc4UGw1ZVVGQlFYYnQyOS85TkZIYjJ0ZkZ5NWNPSGZ1WEUxTnphOFBhTnFnQWhqeDF2NkVJamZJUmx3RFdYUnFSaHlScUlGZnpBWWFqYmdtZ3BHNUttZnJyZkxrVDZ1U2ZtUTdyVGdEbHZrWm5XMVUrRVVueERYREtZdVhobk5acTB3WHRHcTlpdDByaS9FMkkrSENZVWxtQmdhSXpvelRKWmVvandTVVczNFVOekNWbjV6WjlacjYyMDhINDdmY3dSMW1TWW56YWVYQjc5ZjkyZFJpbjJWWlgxaTRkTldxcDZjdi8zR3E1MjlQL2VmSXhaa0pJVXl3ZjM5TGMvT2FtZFVKVkJWWC9QeWV2NXo0TXhhTE9SeU93c0pDYTYxeThRdTdzdjNzYTVXcFRPVXZqdjd6VzVHMnNmR3hXOVkrSytUbjVYK3IydjhmZi9Uc0ZESjc5ano3MEVNL3Z6WDlodzQ5czJyVlRiVDlac2MvL25mcy9WdnJhMVo0eHZNTnkxcFNxZFRRMEpERGtmbWhiam1zSlFlL3FLWXlUZWJuNTkzLzFTcXg3QnFaRTFNdDYwT3ArTlYyNHJjcGJVa1ZtK0pIYmJ1bVUyWlQvRW0xemZvRVVQeW9iWmw2c01GRXZiVXZsL2x6VXZOTXlkS2ZGVU50U3lwK3dFWjJBSlBGTGpFMlBoWkszV0FhbkQvLzF1My93b1hwWmtiR1lyR3FxcXJKLzF4K200SlFzMkhCNkcrRzV2c0lCMDJyV20xTDRyY3BrKy9GYjFNQWtpbzJCYUhHUnpoSWpROGdIRFJwUzZvWkFkUTJyQWVydHFINGdhVGFabE9lZ2lEWm1reWh4aWVFZ3ladDFMd3NqZjVHbnc4SE0yMjU3Q3VJRGZkYWhkN2UzcXFxS3F2Y2NsZzdrWkNKYXdhQUxEb3g0cHJvdE53dzZJVUt0VCtoeUE1d3lrWm5tK2oxWnk1TnBoZXhBc01wazcwa2twSEg2ODlVSnRSK284QitsOHZxWlpJUHBobkl4TFVKaHlxTFpnRHhqRFlEdFI5RmRtTEVNWHZWc1FyRmlpaFllakxONHhwZ3FjMzRpazdJT29ycEl4Ly82WnF2WFAxdDNrUUV6Tzk2WXJPcmFhTUFzWlozaERvdlZiWEV1b2k4MHRIbWEzcitSYk9qcTZxYTJKbnpWV3NXeGpxb2FpTFdja1NvRTB5OFJCRENSMWdwUk51OTlYL2VlZnI1dGlqK2h1ZC9ZWDBMc1ZkclQ2blpUcFNmMVQrR0dRRzhnditWampkOURjOXZFanAybTlXYmtqdDJ1NTUvc2NvRlVlajQ4V21XdVpxOFprZG5rcmFrZXUwUlQ0K3IweVZsU2x0VkZDV1RMdGtLaXBVNmVUUDA5Zld0V0xIaXdRY2Y1THRMSis1dWMvM3pYdnErWGk0M2p5WVhtUzIvcHk1aHNsR0kvRGhhL1pnTHpQYUhrd2N6c3NKakw5VkQ3R0Nuc05wTFZhM1o4bzVRNXpYUHhCemYvSnVSOFkvTVgrNU96bTl3cmZUU3ZzT3NXU2FFVDdGNGcyMzFpaW93aytlcFgwaHNVM1RISzdiSFhpTFNtVnk4MmZYNFJvRXVzMlcxV2JKWnFOMG9MR2l1S0RiTjBVN2hjYThRdzR5ODB2Rm0yK1hqTnd5anRMUjBJdk1nT1RnT21uWlNwVkd4SjFvakNUNnhRbGlKdEJiYzIxTmFXWDJ1Vk5mMS9EVk5ZNmRhVStGZzdGdzZ6YkdLeHVWakowT0dWQ2ZxWjZDMHA0amlEeVhSeDZDK0xZMEhxYlRDMFRSMmFtY3FlR0xnWXJwWVAxYkE4aEpDY2IxdmNLUThMVFdMSi9janVlMkphSVQwR0dCMDlJaXB5c1JXdVNIejFSbW4xSDZJaDkrNGFOeGY3S3NyME5NbFVzalFpVWg3ZTRQbGZWQXVvVWxSTzJsTkQ0RzdBTVFBQnFyV2d1Z2p4djYwenJDZXFsempJd0ZPV1lTOHZHc2J4ZlJOUmZHNXFqRmpDRlZkV0d1bmpuZk1KaTg3Mm1DekFGUVRhKy9rN2c5aXNjZWdNeGJ6Q3VlN3pjZ3lxaUc4T3hvTzJtbzIyMWJXd2pmcW45Z1piZk1Kc1M3ck4xV284ZHU0OUlNcVZGbEdpQkFCb0dOM3RQcmY2eVAzbjhKbm84dmNCVTBROXRoV2VxRldxSVlhb3VvVlkrM3A2ZG0yYmRzVU41T1hOOUhrR3VtU1QzdnlROTFGZXozR3kxdUh0MjliMHMwSTYzcGV6bTdTQjRQQlBYditlcHBQN2EyMzNpcHJQSTkzSXBzcjFta3VxQlYwMWV3MVRVSkNaSVZRM1FVZUc1MW1oR1IyVGdhZnJZcFlCMEtsZ3lvRVlKRURZRkhWeUttM28wbHM4NnRaaWRtK096bGFhQXZ2akxLNUFRUTZZMnprZzkxQy9ZdENWWmRyd3dZejBnbGVXK1Z1OEpveHpQT2haRjBrdWMvcldRdkZDSlVPTTdiYmpHeWliYktkREE0T2RuWjJmdkxKSjQyTmpjbGtacG96VFpOOG14V0o2a2NCRk1sRHdvVmpQM2lJZGd1clBHbkpKUUFvS2R1eGtyc0NKQmhMN0RWMFR4OVJFUXlKc25DazFOZUVyZ3FTcDFjSExQbW1WR21rMktHQVhxS0hrSm9YTFlvS0ZlbCt5SGMwQzZqZ0VrN3U3NWY2MU9UWEZURXRPelNEN0ZwZkR5R1JRbEI4YnNBYW5pRXBBcDVlaVFVamZVZ0FNVDBFa0FyaTltbHg3SW1RNkd0R1Y0WEc1akU2Q2xLbGRxY0NrK01IMTJENnBxSUdUVFlSK1ljWUwwS25VSFVmZEpwZ1BVa3oxa1ZrZDVSTjlja1BURnNuZUpPUlRzSm5XTGtzR2NFRzVtS2ZxMmtqSFYxbTVCMFRVSU5STm1XMmtzSnQxRHcxNFFPWVlIYThJMVJ2elBUYnRNblY4VmVucTE5cVdOeHBHU1FkbUVSZ3hmWEhXbGxaK2VUbUo2ZTRtWDM3am1XTFY2ZExqdWpRRFZhR2lSdmU2eXFxeGE0RlV0YTg0dlA1bm4zMnB6ZDhYbjE5ZlcrODhjYVdMVnVNNXNhM00yc1ZkZWZwSGNETy9zV2t6Z0xXTFQrRkdrU3hmQ3AvdHZMMTZLdEJvY2FYREFmTjQyMlE4V2xSMjFqNUZPMnZSOEVXOWxQajQrenJVZnkybWxQUjl0ZVRaLzAyZGdLOCttMUxUMUwxMjFiN09CamtlQkNBTnNKUENUVkh6dTZ4SERCUWdPRGxJeThwS2ZGNnZYYTczV2F6VGFSc25veG92YVlzTjhoQU5nYTFWWFFDVysvWnJCbnhaaEVFTXVFcEhDK0lhSm9qSURzVkExVkVrUnRrNHByaGFBTDZIWUZxRk1FQkUvTHpIZ1Z3Yk1hQjZOU011RXZNT0V0QUFDRFFUSnlBSTZvUndEa1JwNWJGUUROeHZqcXZ6dkwzUkNmRUZSa1ptbVVIOUVhcGNPR1U1UVkvYUpGT3FyMHljWTJHWnVMME93TFZUczJneVQ0UDRpcFp2KzU2K3lkVExldFhIZmpoNzNwUFQvenB6empOUVBqMXFPcDNQZUV6MjRMUWxsVDlMZ1VUcVBGeDhIVldQOFhCb1BDRXozd3p5R1ZOUVBHN2Fuem13ZGVUK0YyS3orWW4yaFlVZ0JxaUI2MEZ6Rk1OZnBKaG9NSEd6bE1Ic2EzMkNWYi80U0JnMW14MlFUSzhFNytQTU5CQStJV3JacFg3SytvUFBmQ2o2OTBYc0cvZmQ5ZXUvVGVyYkRsZ01CeFFzRHhvV1ViVHJJS1ZLR2tsVUtheWJiK3pkdTIwM3FBOGQrN2Nva1dMSGp2OFR6dWo3ZE9SLzV6d3JlcFZiNjU0THAxT3grUHhpYldLTVpCdVBhd3liNDYvS1pBSGRVc0VyM3ZoTlM1TllTcVBILzdaam1qYjlhNStubm5NNWYvbDExNllRdURBZ2U4OThNQy8zSnJ5bTQyQS9TTGMrai9uam82TnovQnJrcmNwV0F4NWYzLzNscStVVmdLSlJLSzR1TGlzckF3d0J0SXRSN1RyK2ZGZk9PWkI3WFZNNG5wTWRlZS8vTm9MMGFIZXlSUExGNEw3SytxbnRoTkFrdFlkT0RCK2E2OE5GeGJlZlZQeTM2NEpmTHNtY0FzZFRZSFg2eDNVdE9iU0RjODg4OHpNYXA1TVJVVkZKQkt4VE9WM3gyT2ZEbGx4b1d3a0NveE0wTW1LZ0dGdC9CRW4wa3QxQllaVEZyT3hKc3ViTXVJeVpFTlkyZENXY2FvVlJ5QlRIOWUwaElxandJNExweXhPQ3JpQkZvbXJBa28veUU3WnlNYXlMdStsdFQ4QkRzVU9nSmdWTStLdC9TaHliOVNvY0UwRTBNWS9WVy9LVkc2OFczK0ZHL1k1NTRhdTF4eGczNzU5R3pkdVhMaHdvU1JKUjQ4ZXZhMTlEUXdNcEZJcFNaSitmVURUQnZPc2lCUG8rUTVwN0NSSUJZUDZtYlRPc0pnUzd2V1ZKQlE3MjdSZytiQllYVldVNm0yc2swbHJMWWcrWlZEZlh5S1JDcGJHcFJOSzR3WVNaNHhnZDUrMDdxNUd4aEo2UEJncGxNckJMVW9oZ3QxcTZWTEpMVlU1bFA2Vy9ZWUVVck9JaW9QVUg0Nk5GcFVqTmQvVElHdXRyWEpBK2JCMUc1UVBwd3BKK1NwOXlxQytUZGRCV3Fwd1F0V2hkT2tDZDZxU1p2VDlTTzc0Ny9lVzN1ZEowMnlsaE4zczV2Mk41OU5ERC96bzhjTS9pdzcxM3VMRHZzME1EcVl1WGh5M2Z2bGNDeXB1T0ovTUFWYXNXUEhTU3kvOTRBYy82Tzd1dnQxOWxaV1ZGUlFVUkNLUlRBUk1EeUZoMEN3bTl0c2Jtd0gwTTBDRUhnRWYwSTlIOUxrdmhFTmprbHRNQUpsWWs2VXRqa3VTVWlSY2RzNFlrcWNjU0FEU3hScEVNV1VIMCtFZWsxQWFtK3dnT3VtWFFIS0xkQXdpVmFISG95ZEw3OXVpNjZyaFVKSFE0cktJQjZtdkozaWh6cWRZZ1RVZHR5SXBza09pc1NEK0I1eWtaUWNSaDd2M1pLakVWWjdXM1hKalpqSzhXZVpDRXY2UkkwY0tDZ3FXTFZzMjJ3TzVRN3p4eGh2TGx5OXZiR3k4azUyK2Uwajd4SlFua3E5d1R1U0FaVjJwZUt0QkFDekhMRW9pM2UvSWJBWDJnLzFTVWxZMkpTeXVHVXhPRHdOa0VTc1EzS2JobDUwUTEzQmk1WXpCcFExUXJDaGNYRE1zTHd1TlRDS1o1ZVpacWxvMUZKRGxyQ1M5aUY3WmlGc1JQTndsNnNhYm1WWG1ncWtBN2UzdG9pamU0ZitlV1NFWURMNy8vdnRQUGpsVktQeDJNTWNpWUZORXVxN2JaRzZZQ2hDTHhZNGZQMzd2dmZmTzRWZTdEaDA2cEtycWxpMWJabnNnWDBibWpxbHdNeThNeit4QnJOUG5ack9TSjJodmIzLzMzWGVibTV2WHJsMDc0NlBLTVIzbWxLbFlUQnhENFhaZjk4V1ZBd2VlbWRtRFdLZkp6ZTdKcUtyNndRY2ZoRUlodDl2OThNTVA1ODRLbTBYbXlJN1NaQm9hR2p3ZVQwZEhSMHRMUzExZFhWMWQzZFdIRzAzZVVibkc2WklzVkZWZ09CQklhYTBMVmNqczVjdEFDcTBVaXVHOGxVQ3BhYVd5bk5LMGhiSktxM0plb1JUSW5FekpsZWRRM2pBck9abE14bUt4V0N4Mjl1elozdDdld3NMQ1pjdVdQZlRRUTdrendXYWRPV2dxUUZGUjBlclZxMWV0V3RYWjJkbmUzazcyeUx5eUxKTmtyMDZYNUdtUHVMY2JLRllDcUNIeHRmZFl2NzVBRDVXYzZCN0JJNVIzbC9SUmhHZjQ1YTIwYnE5OHJidW8xdFBqNlpiZSt6WDhTVUVUK2VVZW9IanIxdk90Mnl1dlBvZHliR3hzZUhoNFpHUms0ak9kVG9mRFljczhDZ29LcXFxcUZpOWV2R3pac2lWTGxrem5BTEVjZDRhNWFTb1dlWGw1OWZYMTlmWDFFd2V4UnFQUnF3NWl2VHBkc2xoMzQra2V5ZTVaak5UVzJycTdCNWQ2V09mcGgyTGRRMTgzZEJkckRNUEkrblVqaFBKS1BkVFdqK0RoNnhTZGdXNTNmNmIxNWVkUWZ2VFJSL3YyL1YxUlVWRnhjZkhFWjNsNWVVVkZSWDE5ZlZWVlZXNzIrTnd5QjljcTAySHFkRWxJeVhKcHE1WUt5Rmpwa2hPb1ZpN3VKUWNzSXdabzJrS1Y0UUFUT1pjcHJYVWhnY3ZPb2R5Nzl6dnIxczNDR2luSFoyY3V6eXJUNURxblMyWU00SXF6SkxNQ3FTdkVBRm5PV01XRUVqbHcvb3ErOHZKbVlzUTVab012cWFrVUZpNDlkT2laNmIvNk80UDkzdUVlYzh3VVgxSUhMRWVPbTJVdUhKbVhJOGNkSUdjcU9YSk1pNXlwNU1neExYS21raVBIdFBoL1JCRkRBR0FUMjZBQUFBQUFTVVZPUks1Q1lJSlFTd0VDRkFNVUFBQUFDQUJvblFGWjZxZGtmckVCQUFBNEJBQUFEQUFKQUFBQUFBQUFBQUFBdG9FQUFBQUFaRzlqZFcxbGJuUXVlRzFzVlZRRkFBZlVkS3RtVUVzQkFoUURGQUFBQUFnQWFabjlXTnV1ZWdub0R3QUFOQklBQUFnQUNRQUFBQUFBQUFBQUFMYUIyd0VBQUcxdExtSnJhWGRwVlZRRkFBZlhlS2RtVUVzQkFoUURGQUFBQUFnQWFKMEJXUUxtdlhta0F3QUFyZ1VBQUE4QUNRQUFBQUFBQUFBQUFMYUI2UkVBQUcxdGNHRm5aUzl3WVdkbExtSnBibFZVQlFBSDFIU3JabEJMQVFJVUF4UUFBQUFJQUdpZEFWbC8zUGluQ2dzQUFFMVZBQUFOQUFrQUFBQUFBQUFBQUFDMmdib1ZBQUJ3WVdkbEwzQmhaMlV1ZUcxc1ZWUUZBQWZVZEt0bVVFc0JBaFFERkFBQUFBZ0FhSjBCV2ZJWTQzOHRBZ0FBZ0FnQUFCVUFDUUFBQUFBQUFBQUFBTGFCN3lBQUFISmxiSE12Y0dGblpWOW1iM0p0WVhSekxuaHRiRlZVQlFBSDFIU3JabEJMQVFJVUF4UUFBQUFJQUdpZEFWa2s4TnY0T2dBQUFEb0FBQUFTQUFrQUFBQUFBQUFBQUFDMmdVOGpBQUJ5Wld4ekwzQmhaMlZmY21Wc2N5NTRiV3hWVkFVQUI5UjBxMlpRU3dFQ0ZBTVVBQUFBQ0FCb25RRlpXTk9GMWpFRUFBRFlPd0FBQ1FBSkFBQUFBQUFBQUFBQXRvRzVJd0FBZEdobGJXVXVlRzFzVlZRRkFBZlVkS3RtVUVzQkFoUURGQUFBQUFnQWFKMEJXYjJCSHJzWEZBQUFFaFFBQUEwQUNRQUFBQUFBQUFBQUFMYUJFU2dBQUhSb2RXMWlibUZwYkM1d2JtZFZWQVVBQjlSMHEyWlFTd1VHQUFBQUFBZ0FDQUFsQWdBQVV6d0FBQUFBIiwKCSJGaWxlTmFtZSIgOiAi5a+85Zu+MSgxKS5lbW14Igp9Cg=="/>
    </extobj>
  </extobjs>
</s:customData>
</file>

<file path=customXml/item2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3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F360BE8B-6686-4F3D-AEAF-501FE73E4058-3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4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5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6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3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7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XR1SGxuUlpxNnlyQUVBQURnRUFBQU1BQUFBWkc5amRXMWxiblF1ZUcxc2ZWUmRiNEl3RkgxZnN2OUFlRWVMZ0tEaWxtVm1ic2srVE5UdHVZR0wzQWt0cVdXYldmYmZWenJkdE9vZ0lYTFBPZmUwOXhUank0K3lzTjVBckpDem9lMjJpRzBCUzNpS2JERzA1N01iSjdJdkw4N1A0aEZQNmhLWXRKNS91YVFWdFZ6YlVzaHVqZWpLdU1aMGFIK1N3RSs3YWNkM2ZDOE1IRDl5UTZmblo5UWhmcGIxUWdvUUp0NlhyZnBiNm9vbmdsY2dKTUpxVTlIVnExcnllN3JtdGZKV0RuWjdGNXhoQ1FVeWVNRlU1aG9uaE94VHJtbFJLUEhKRnRPY3Y0OEZyNnRIV3NJUmZGU2hycmFDL2ZwVkl2RU43bGdLSHcxdXVFNFRBY0QrbGhXUzhCamhGbkNSNjFYMXVrYUhTVUZseGtYWmdPL0k5c0VIbFZDMi9wZHlMWUJLU0RmWi9NeEdKM2JJNGtMRHJoZDFqOWdnbklJM0ZpUDFhQmdkb3BJbWtlTVJ5L1g2Z2R0M3ZhUHRUZ2s2L1k0aG1OQUZyQnBtcFg0WXZXaWwyaG1CeGUyRE14U1BLWlB5cVpKcUNMdjZGeTZXSTdyVytzSDJKZ05pdXJ4eU1jTmsyZkRNM1NEN3c4ejRKUlZ5dTAwRHUwR0dxL3dFcUlYTnFkYnppU0x6TlArSXQ0UWc3SnFFT1VPNSt6VVlpZVdVTFVDdmZOODhiaC9PU2UxZUxLYzVnR3hZY1h2N0g2QmV2Z0ZRU3dNRUZBQUFBQWdBYVpuOVdOdXVlZ25vRHdBQU5CSUFBQWdBQUFCdGJTNWlhMmwzYVRXWGhYYnlETmR0Y1pjQ0xlNFJnaE1DSVlGQUNPNGxPQlNwUWdzdFVxSDZ2TDMxdjk4NDQ5ekNISHV2TmRlVkNmWjc3TXg1MXJINXVGK2ZsQ1B2VVEzaWQ1YXllY0lIUVcybVVLMzRZRlhBSDJjYnpQZmF4ZVVSaDZPa0JrZlcwZnU3OGlvZGthdkUwWDg0Rm5Tei9oR0RFNnY0UGowZlpJNk5RVmxwT3hZbVQwN2lUTUxCY1g5K2NKcE9WNTlxRXdrbEJDelBsZjVhbytGNVpXT1RPRmZaM2hGSWhrUFh5YStvZWJqUWVodWIwYmlaUW9mU1Y3aHdoU21OdmxMa1BWY1hPTUdwRlZSY05lbE9MQnNVQkUvTklzaTQzOTNRTUpEbHVsVDdoM3JZWHZETEFnbk5ZNWNvbTFPR2tSbmphcHJUMjFoSzc1aWVXa1lWSWptQ2VMYUVLR3M2aVl2MGkvSEJIMzJURkxBWkozM0FheW00NldwMTEyM0trR0VyN0xtRVlnVkFma1o4V2lSbHBhZFAxSmkra3llQlVVakwraHE2WTVXTm1EOE96U2ViMkUwTjV2NVZYMit2Zis0YnVrOW1rN1VtMWc5SG1EcmE1UUJjckJUVW1IdC9IVnROQkg1NkRYYXVMdUkxdm1Ed0IvUngwTFZUQnJMYXlEV2xRZXBVSkQ1c040K0tyWWYxaDZGaW9ZRDRVOHlBeUlhZ2xEeklENldZVGpHdlpIMzZZMnAvME1HenBjeHp2eTVmRVpRVVFmYXZXQ1NyMkRsR3ZjNzhCRVVuRjdQWXNkYUpDZlZhOTJSWHJ2QlY2a25iWDRoOWUvRVFMengrYkIrOGVqSFpYekZ2TWg4MTB2RWZLc3ViYW9qU2dxRUNnSDFIVVgyb0p3REcxWHI3V1VTMWZDS3gzaUJBeUxkY3crNE9SZDVmUCtlQlVpZUdOYmgrS3kvREZ2WjN2S0V5Tk4yeVg2K0EwUTlPd21HZjM2SjBFNFU2bDg5OHpuYnZtYUIrVEduUmlkQVNxYU1rWmliMEtOcXlzSlBkODcrSXZiVWMyM0pvaWRNNkptcHh1RUU1RFViQW8yNzFtajNrRkgyM1E0RXc4ZnQ1bFRlNkJvM3pQdnRvVjVzalBuM3N5V1d5RUJCNnRUOGhSUEZVbWlpTS9kZURONVZiYnhXNFBzODNXZDVjcWFDOG0ramhscWJBVUVoanQvL3h2KzRvZkhnZ0I5OEV4bW1ZUHcyY2pSeUQycm9yZzVCZ01CTUlKSE9IelpHalRtSlpTejgzWnBzQ3pPbHllZzFEeklta2M4ekc3U0haSFBOeDRWZVphdnZYZmFVNkZ2K1AvL0wvM2Y4Qmo2RmhObnh4MGMyZG9uZ24wWWVNQ0s5blZlcmlzY2RzN2Fpd0ZpWlR5ZjdqZk5TeUFZQ2kvVk4vMW9Ba0Z5TmRqWm4vVnpNQytVNW5NQzZ5cXlQL3NJL2lRaE52QjluMmVUYkFFb2FDVHh3eFJGN095Vy9sRGt1R1ptZXZYeWpZK2VOL0xnQTB4bGdHMzkvY3BOVGdRcDVRN1ovT2IwTWpJaDJrTEZMSFQ2bDZmek4xVUNrN0V1UCs2dDV2c0Z0TEdtczhqVEhLWnNQRFczWmhOVEZLWSt0aTVuenVvZHVxWXdCRTg4NSt5WmJtZ1JwZlRCb2hMZjNZTHVNWjBWOGZ1cWs5M0p1SmhPeGpmK0wwTzZSNHc2MFNqTnZvSlliYitYVHNURHJvdCs1Nkgxd2lKU1JsbjlWTm5qTlFLZDZXbXdTZjU3TnhhNlZsRHpualh6b0tuTko0N2VkeWFuZ1BKcnBwL0dtemFPOUVaaHFHUWhaNTNHOVpYUisyRm9sejZoa0hUR3lqVkVKRElNaGx3NmZWYks1dUF3T0J2L3pabndkRnZQYitlNTh0OTNrQmpySDhXT3RZOWFLQjVwbEY0WHBERzB0K1JhNFhxY0hVWVhkRDhmV1hBNWhzeW5XN2d0K05PeGxjRHFKQnVabFF4VVgxK1V2RlRtcXRDb1Qrc0d0NzFPNnE0U1E1Zi94L3NSZDJ6QWszTnIxeGs0aTE0NXFmZ0RKbU9QYkxTVXB6ZjVhQ0NwaEZ2d0RaRGtaNmhGcUR3QTA0VGRvYllwMXYyOFJhaDhNaThYVmhSWEYwM05MMU0xQjg4bTJmYkk4dFFENU8vdkcvTThpQjJiUTRHSHl3OGg5K2pMSWM4UEh4WWxoUkZMZ1RjZklRYWJXeEd1UUgwMFJBQWJNRnRpaUxsYVNRUE0zYU5EcHNYMEg3SVF6bnBmelZYdjFST0E0TGhYUW1yL3E0cVJ2cG1BQk5wUHkzR1EwM29CVTBIejlyc29EMFF2VHc4M1JmTkVwUGU0MWFVWitKZWUvU1MxU0doVVFsU2tUTWlJWjNncmhlQkdCYS92Y3Y1MDRZWFpkYWVhN015aFdmbEtQdlVUQkVvMmRJeXBmUHNha29HWUU4K2N0NjJaM3hodVJFN3ZwbFlrQWRjRGEzYWQ2dmhWSW9LYUE0V2RPd1VDeEdvVjRUeDFlUlJXbzZGUndybllUMHpPR01QUlpxTHdKT3AxMk14dzZWS1NRUEJFRlVITkJaNjlOdGdhZndSeGNwZlQ0c1VwNVhKczhBbUUxME9QMkZoVUUzZzVTVERnd29zb1VMZmJMalZ3azk5ZllrempxKy8yZWVxOGFaT2RQYTU1N2RtRGRPeW5senRXQmdKUzJDKytZVjJJNCtsTWJ2Rm5vYUJlKzM1SGRVNXZDaEovajgvWTRSV0RYaExJa1ArdmE0b3lSR3hyZUhtTS9FZG9sSHZITzB1RzJkNUpCQktHZFU3YTM4dHRwaDBLV1A1QjQ3K2NsRUhaRU9yWERqTC84N1RwNGk0S1NkbVRFZzQ0MjdLWlZKQysvWTlpRTVtaGNNZytWOTFXUU1HR2pJa2NzbUx1VW1ubVNla0JHOXQxcFJuVXpqa3V4U2RKY25IUG1NcURGVzFCNXppS3ZuamlMcnptZk41d0pTQUlUbkxqZWZjb0VRcVdkNlNXWlFQQThpVkVJU3p6SzFhbDZ2Z3p3QmQ3S1kvOGQ2K1pvWnFaZlVrTWdhNFNqamdaQnI5MjhYRVpkWTJQME5GQzl5NkNVYVFXZERRZ2ZBOFp2UFo0TXM1SWQwb20wTXZYQ1dURndLM1RiSDk1ak5KMG1GZzl2U2Z1WEVScnhNUDdLN1BjOVJJand3Yzh4RURON01VazZSMG9jRnlPNi9uRjhFMzc2OWxCZm1LTUYycW1YZW1XUUxkdUF4Vmo0eUNrR0NqdXFsbXQ1NlM2NHBsVTFnNGNXenRldmlWS1FFeDY2TTFNREtKdjMzZXNUdzd1WkxqeVpMR3BxU2tjSEE0QkxsZVRTMWUwTlowK2lLVmVhb054a29LQ1NqSG4rdnRRQXpsSzNWclJBWlBOa1hSejBqOHV0RFVsS0M3TURIOURkRDFKZUE4TXhJdi9rZGQwWWNnOXJHZ2FUN2RnSmZjRUtjKy9ldk40Vkc2Wlg0K0IybDdXMzNjSEVpOC9aYXRleHAxRXR5RzB2c3JtQ3hYMkNjZG13RzJxOWNlTnN4NkR4UVpyZkhGRXhHbVhKdXlkT0toU1JTQzBYcVRCZU14cDBCZjVUOXlMYTRrU2g4NXZHRi8vanZCNUJhUjN3L0g0QjZaZE80MzJMV0pMWDczS0dpN2hURVBwRmVHVSt1NGgxOFVHLzhhdzVMTmtzQ3lOakx6SDRqNjVZcTJFeENvVENuMW5rWW5tQXFqcy9LOFRqdXloUEFJWGdMU25uSllPaDFVQ2VqTmQ2d1lFSUdIQjdxQy8zeGZ5OTVsTUdZaVdNbi95dVJLaFNjT3kzeXl6Ly93UzRTSW85TU9Eakx2a0NLbnRnek5QYytqcUtRRElreER3WEtvcVI3cGZMOVhkUHF0aHhMNDFVSDUvT3g1VzVLc2JOaWhqMzAzc3NxSWlNV291MTk4RzBvdUVBblpwdXA0d2Z5M29FbkxxU05oclMwT1dwK1UzMCtxVXZVZ2M4dDl1MGY5dDBnN1lCSDNIRWxHaGxCYmlPZFFhOWVkWWgxY0xFZmxiTTVHZmo2VlAvZzBESjdVb1hhRXN1SG8wMVYxdkxjem1LZXVRWkRHa1BXM2RjQWs2ZndVTWdtV0pKM1JEenREZHQrUkJVMGt2YkRBcWFhdTdRN3VJNkhMUGs3UmhXRUY5REduVUdRSlptQ002bDNuem81V0F5TVc2ZUZtMlBVeEFXaHlsQWNNaitXN3BpMFRDYWJudnkrNG1XNlNWME51L0xlUGpIdk4xNkx6b2tqd2ZkTkhzcDFIWS8za1MweDZFY3Q0K1RCWnFIN3JmbDFvQ1A2T0NiTlRJTEhsMUVxcUFDZ3lkdXdWWERVUlZjTE5Vajg5V01xNUd5eXYrRThGNWFZbzc3MkNVTGNkdkszR3YzcHRCbTc2RXpkcnYvNWo1dDVXMTNYaGZHRFBHMHpXcWxWSlY0UkJoSTZIOTN6TmJhcnBBUGptMVZ4UGM2K1g1Y0Zob0NrVjBmYjdMODA5MG1RVHUvMjZNSTB1cTVKUnA2Q21qb2RKNGM1ZnllYzVPTndwTlZwamtNT2N1SVlLc2VvejZpNzhBVVhSTE1DYWFGMGRWRmZ4WXErRkkvTHVtNitCSUJjQkhySG5pakNwMFVXbWhUUVVpK0Y1ZjVMck5SV2g1R0o2akxFV2NhNExFL2U5S3p3UXU0MjJXZVpQM01qSnV0WUVoOElpSmpYSlhlWjBwYnFGMU9OaU5SR201SEVydDZkdVNvQXVwRVlwWXRMQ0xhWk5RRUp0UkdHYllHb2tpZ3RIWFhNN2lCcnZVM3QvaW1rRitCZUhYLyttb2lVUTNYZTRuT3g0S0hSRGxvTjhpQnVXeTA3bmwzY0syeTBXdEFkTEJoYzRhS3FEN1dSelNzTWZSM3FRek9ta2ROVVFXQkdiM2VYM2hCaXd1bklFanVXdXNvNE1XU25LWkNlcHpVekpaeS9PYjY1NjNaZmorZmt2ZTVmUGpLWnZMdkhpS081MytNY0NnRTYzZFFvLzdmdGZuMnEwaExuUDlWRGJ2eGpKQSs4eG00VmxVVlZJa1IyY3A3U0xtTlhOMzZhNmZjc0VUbjlqR3ltUHJQdUd0VmNkQS9CWWcvYlpZMEZNd0UyU0QrNGJsZmVQVzRwQU9ySnJuMllHeUU2V1hoaUN4TGtlWnNRUlNXd3YzN0hrb2hZNThwY0c3aEtaTmR2MzhRSDljS0orM1ZYMzFvRFZuM2FvWkhuYjdadkgrS2VSRUk2dVFDMjdFMldja2ErMHRDNE9qeThDU2VhSG5oSTQrTk50LzFNbkFBV0JIWTZvcTM2NnRrcTFhWGdtYjJJTXFQaU5Cb1BvZkdUQWV3S1ZPdjVId0oyUXo2TUdBQXFIZkg1L0VqV3VnN1FuSElyZ3FqbGF4bDlLUFpoYkpqNWFiZUxLd0pyTU5QdzMrZXR1SFk3TnJrcjkrMUdmcTg5MXZVVndWRjJ1NDVKM0ZyM0tiYyszbDVxWldUc25NYlE4eDBUY09KR0lsUEEzcmxSOVBWNllvb2tBb0M5QjcyaWhaSkx6cmU1MXp6d0FManFpUU5yR2JrbTZVSlpJZ2llMFZxMnRNL0thckIvS0RlZG5TclBsMDFkZ0pQdzhjTGdNRTRUdXF2UDdtN3VqK2lMUU94MHFyVks2Q3VTR0h6SVVVMVdHRGZiN0RtZmM3RWxMdkgveXZLZ2ZldzdSUXR3V21TWFZBNnRMNUlFVFptUkZJeU0wSzgrbDlGRG0zWUlqYmsxbzlab3FjMTh3RElSWlh5NytiMjZzV0NJUUphdmx6bUQ5L3RiSGQvRTRWS0lUejBXS0RSUDZ6aHo1dlVvUXVTeVBXSDBES2VqeUV5dXdwZkNvYjlQaTdyVlVYeVVRbzJaUkFBTTVITHJOd0E0NCtCbWdUVkIva1RlQTVGRVVBZFNNc2hMbEpxL1hKRllSTHNsOFRUekgvRWlKemN4bmNDLzdPbnF1OGRmT1JTVWZiSFJabitCK0didVF2d0huYlhMY0hjQ0h0VWRsWk1qY2lPUDNGckRwQzdPcjhNZFErVzAyczBRY3VxazdudCtTNmtEWjMvNWY2b3d6cUhkK3B4TG1RQVJLeDA5eC9FWXpxb2g5RHczK2lZMUpVQ1d1UDE5RVZidHlPWHFvdjdLc2VuL2wvK3YvMy8vbXY3Mjc2L0pWZWNTZXFkVnZ5ckVsQzY5MTZDbUI2N0cwK29RbGpvTW9ZaU1IVDR2dnlSV2VlaWlPUWRQVHRObnpLWTlob1RqdjZiOS9YbkFlci9Xc0hFY0lHTCtkc3VzVG9Sc1FhalpheWJ3aVozdlQvY2RFUUQ3cVJ4blhvK1FINGtITk9wbHo4OTE2RnpRbmR5bVFHQnQrMjI4WXZKblBLc1NkcERTdTU5S0VoZDFWSXFVUXRRK1BEWkVBVklqaFVJOHdVd2J1eTFKK2ROVFdTTTRyRzJpdG1TSnlOQTJydDRYZ2p6VkRXUHhueEltc2RYdkpJK1JVeFFJSUhHTDg4LzUwNHdaTmZ0Z0hwMHZzVGJDMTNhSmVjVDdzemZaeXFySU5DK2txYzEzVGtkWDBNMXBRMU5pRktkUml1bTRoM1dCRG96UHJKKy9aWkUxRHRoTndMRGNRQ2J5U3ErS2tYRk83TVNvTllSYzI0ZDlLaGhybUxVb3M2UFNJSDRHS0hObjg5U3grRllpNVFBRitBSlBtZlFtY1YyNE01eDQraFp2VTJmM1ZSMWN4VCt3ME1HeGdBTk44Y0MwUmdESlJ3Sm9LdXQ5NytWZUZWM08rRkMvbVhKZmxvcjMvTVVKWXVXcGd2cUptRTlqOTdzME1adk1pWGpLeWNtbklPN3VBNlg1cmY1UTNERmtyVzVYM2pDcythTmVURWdGRlJTQnVKdWgzbHdZQytEM1p6TDZ6LzlaTmhDaVUwbi95U2kzVEkzY1BPM2YvWjk4TEJzQ0dxQ0kxbXl1TVpnMTllKzlTeUZUbUFCcFc2UjhlOXlNdEdxSWNCR2daS2c0eUdkYVZtS2ZmSVhUc2diVjE2M2RWV0Rxd05KcHlrYTZxcDJxQlVsNlpNQXBWL0UzU2xlUkNPSldoaUZRRVFoRHN6QlpyZVFpQWpBVUFQMklrbEhDUjNvditqOVFTd01FRkFBQUFBZ0FpMjRlV2VIUlovTWtBZ0FBK0FNQUFBOEFBQUJ0YlhCaFoyVXZjR0ZuWlM1aWFXNlZrcjlyRTJFY2g3L2ZONWVZa0hnS0tTSVlvVUlHSFRxNEZ3cDZGWDlBUFVWRmFSMEVrMHJhT0tUYU5LbTFTWnBjY2trMVJScWxKUnJVUWdKaWNrT2lKVklIQjNjSHdkRWg3NXNMT1BnSE9QZ21QYkcyTjhUbGVPR0I1L1B5dklldHowb2V5YUVCMjBqblphUHovTlhRU1RpVkJZRFRLc0FkaVg5Z05NTlBaNGZQRFovSEMvS1k3YUlzeTVma3k2TzNRN2ZDY0FXdjRYVzhnZU1Ld01aRUd1REUzUU00U2J5Q0pRSjJud3ZkVmtuOTlQVXdWeHdmQjV3eUE5L3VBUWE3SUFwMlB3ZE9TZjN4WllJRDdRemdqQm1ReHdERFp1RG5WY0NJQVFJN3dmY0Z3SGt6RUVzQitzZ1JnVHl3TElDVjdJdWhmZEh4RUd5SWNTUUpGSkFzQ3ZyN0d1L1NMdGVZVm1lYnFmYUt3b3BOdWxacE5adThEcmljSXZFSDNOWUIyekd2eCt2NW13elFUendDSWttaUpZVmRleHp0YVhRb3VOT2ZSbUZicmRjVW1ubERzeVY5YWF2cnRmc2NreTRVTGRPaFdiZVR5d2ZGUVZGU2xaeGtGQWowSitlM3B4K1RlamxKTTAvK2tVOXhPWm1MN25GcmNjQnBjbFRBdUVCVXRHVC95SE83NVRrVWFQVUZlL1p1Ky81MHVVbExKZlk2eGhxNTNvVGZFWFNSL2FRM0lBcWlJS21Wb1JBZk9EZ0NHT3AzWUdPZEZwdHNyZGFKSldoejFmRE83UEVHalNpemZYcFpRV09QcW5wVm8xdUYxdVpqbXEvcFpZVXVQelVHd3FZWFg3a0pPUGRmWlZneDFpNjkzZmtFdllHQUkySmVKZ29ZN1hPZ3M1NXZyelk2NlR4TlZIaDlmbWpIRzZ6K1FkZVdXS0Z1ek16dm12bVZ1TjhOeFgvUjMxQkxBd1FVQUFBQUNBQ0xiaDVaNDEzaWMyTUlBQUJUU1FBQURRQUFBSEJoWjJVdmNHRm5aUzU0Yld6dFhGdHYxRVlVZnUrdnNNeHp2SjZ4UGZhS2JDcXlJUzBTcWRKdWdOQTNkK01rRnJ2cjFhNERwRThVS0VVdExXMEZyZHJTb3RKS0lGVWxlWUFXQmNHdllUZkp2K2hjN1BYZDNvdXphVlVuQW8xblBHZk9uRG5mZDg2TUIyYmZ2dHBzY0plTlR0ZTBXaFVlQ0NMUEdhMjZ0V2EyTmlyOHVaWEZHWTEvZTI1MldkOHd1RE1MRlY0U3lROFE4V3NyMjIyandwTVdubnRQYitMeTRhL1BEMzkrTkFONDdrUExhbUpwUFBmK2xsbS90S1IzTDFWNGtXZHlsanRXdXpzM2U4RmNzemU1OHhVZWlyTEdsK1ptM3pYTWpVMmIxQUJaRmtsTmRaVStpVkRtdVhrcWJwbUlJUzBYU1lzS1Jkb0F2WVphdldNMUdyU2ZLQ0FGQWFSNTFSZFp0VUpxU2o1Vnp1cmIxcGFOTmFpMTlUcWVPSGxOb3VMT1Iycll1K1FaVWNGRzNiWTZweHJtUm92cVNrVzc4aGJOUm1QUjZqUjFHOWN1ZDh5V1hUUHNyVGEzYU5xMlZkczBESnRPNmwydmVONHJ6dXYxU3hzZGE2dTFSaCtwdWZCVUFaNHlzeFIrS0tzOGQ2NWw0bUt6eVhObmpYVjdTZTlzbUdRaHlRSlpiZi9qQjZTVHYyTGV3bW8wZlRWWXk1Vk5vOGxXV2laZGRMUDFrWFdGMkpZN3ZiNk81MHFMYkxWUHIzWDBLN3pUcFdvMXJBNjEwa0FLNjBEcVpFLzBpbkUxWEZYYjFOdUdWMWVpbGRpeXRKcG9Ba1RKOWJhbHBhclZhbEdiazVFN2VxdTdqZzNzOHlZeDZFcCtQd0pRRXFRRVYwSmxXWkNBRkhhbmttOElxaEJienJCYkJ4YjZyTmx5WG1QbEN3TmxxRzArSUV2cXVoVHZ2Ri9WMitTWnRybDFSS2d6N1pyVk1OZndPTXpLbnNHcHJpdllyNGczRWdFbjF0ZGxoZnppdFRQVzhUTUdLM05KUjZCYmRQUXIrU2FGUnpVdUc0MEYzZGJ4WkxmYVJvZWh6L0ZwciswZHcyb2Fkc2MwdW9QeU5sZHRXRjFqalpsanlicHNyRmh6czlUc0VBbWlTaFFLbXAxYUhlTDFRQ2hxZFZkQWRhdmprMVF1eHl3ZmxUTURGUUZwcWhJV2RJcTVsVkRXUUVTQmVkb1JBRUdUSlJUdVdLVStnUVMxckVSR1hFZ2JzVFJRdWVTYXhpdFNpMUdMMSt6dGhqRWdqSGtESTNEWjVsWmRzcnZJdUEwM25XNnRPUTBRUWp3aWJVTklFeENrTk9ZREJMZllNSzVhVkhLRng0cXRiR0lmYlJuZHJxc2FIVGtJTFBYSWdZV1hIcXV0RmNDYUtyQm04a0xXdU1BYUYxZkhDU3RWQllLazVnR3JjaTZ3a3NxS0FMV0VlS1ZJVk5jamhSWDRUOElLVGdhckdRZ0VGSXNGZ0pjamFuRzNNMUhURXdMRWtZUzRuWU93VE5Sa0psWUtCU1hHandvVFlsMWNwMnBpcDRYa1RoUERVVktsbUdEbW9WSUdTTkNjZGtrVFFIcXdBMkFvV0JLcU9tcFlPcE1wWUprN0xCTVJGZGtESmdTNVJEUkZCR1FBS2ZKK0JvYWlDazRUUHRtNTRyRHdtVUpVMHlRaEx2b1g4RGs2K0NRdy9JZ1lHaWNnalJPUGpqOGM0Vnc1bjNBRXdaSGpTVVdTVU1BcERrN29xSkpFTlRiK2o1Z2t4Z3NaTlVtTWxaS1ZKTVoyeWtvUzQvWE5FWlcrclZrc0tsVUY1WVhLZk00YVUxR3BsZ3RJNWcvSjVBaVhqc2toNFRRT21zWUIwL0ZqU1VNNVpZeWlGK0YwczNWbXpkQVRnQVNKU2lpSUpoeTZKUHpqdzlRbzM0RkdCbFFtQXNnWEUrYjVvcWl2S3pJZHhldWZlVHc1Tk5SaUJ4b0tWK1RqU29LQllZaXJKQkMycnFRSTVRVEN3aThEZ05RMEc1T2g1eHRXL1JKSFNrd2h6OHd4azNUbnlIN29XSnQ2UjYvYm1BN09yTkpOMDZMZU5CdmJGYjczK3VuQnE1M0RuejQ5ZlBrTno5WE1qNGtIWWxWZForUTVSK2dKVDlneWxyWFIwZHVicmpENmlhN0NZdytxdFlrRmlaM1pOeWhxdEhhYlcyWXZWbGVaem5iYkxSNzh2WFA0ODZQOXh6djkzV2Y5RjUvdWYzMnIvMkN2OThPVE4zdDdzeVc3alEzUkpuOHhRYVdCSlFaVkFicjdpRDQ1L254eVZOWURZZGJEUzRPUXN6UUtXeHIyZlROamF4eElSS0JVRmxDWkhSYWpJWVFrSkNJTXhKNEhnWUVJdjViUVA4QXBkdWFyQ2tBTERnK2hwQ2taTys3NEFkazJRUmFBNmhDc0VoYnBrV2xvQXFsbWNQbkkwd1I0TTRqVmhLb3U0KzJDZ3BnbWFsaVRhdWIwRjFLRzl1WVJXTTEwbDBpU0ZiK21ZbXdvVEYvT1ZOdlBwK2hRalIxeElkT0tTZXM1SWpaT3hRNC9uem1sYXVZYk9aMENVU081ZHd2T05NbjlCYXM3aVBaZWZLYjVoZmN1dFRpTjV2UkxmemQ0VDBBTDNoT1F3L2NFdE1nOUFTY2dPWHJFaFgzb0QvdFl1bGxQaVB0QUFjR3dKRHRMNW9VbFdOWUVrUHRwSzhpTy9XNTRxcnVwN1hDeEhvWnpiL240OHV6a2ZBQ0g4NkRob1J3eXZLb0lDVmFIMkxNMUtmV3F4S2pad0dEV2tqdHJTU1Mvb1ZtUGxpSEljUm1DSXpjbFF3QmpaQWdzTnpqWXVkVzcvVWZ2ODRjSE4xNk5uaGdFUHd1dldMNGFtcVlGVXdmdEpBQXkvcU5ObGo3RTgvdVFhUU5CYjF5MFQwNFlodW91UjZJTFNCWVNQNEVjUkNSUFlvUWQySkJrN1dmMmRMWkdBYlpXdzJTTndtU3RabkkxbWhKWHU3dk9ncXNMcmo1V3JzYTd1ZDdybXdlUGIvWnVmM3NFWEsxR3VCcUtKd0VjN2ZOTndkTUZUNGQ0V25ONUd2dFdLazFEVlhESXdjOFlQcGFXTlZGUVFVSkc3VnkyR0oybEZTQU56OVBrYUdzRW5nYi9UbG9XbzRabStSZ3pOTjdsSW5lWEd6RTBBSUtjYXVaL0JTMkxSMDNHdmFlLzlMLy9pNlhQdlR0N3ZZY1ArNzlkNnovL1lnSktoaEZLTGg4bjl6cHduSVIvVTBRNEorSmpjdWRrdlNkbFhycFE5SW40OWFBbWJ5NVdBMVFNUTFTc2hwa1laakV4eVZXR1ltSk5IYVJwU1V5TVVwaDQ3TE9OL3gwVHEyS01vZjFNTEJkTW5NM0V2Ly9ZZTdEWC8ySG44TnIxM3Q2OVBBa1lLTWRJd0M0S0p5RGdOQkVGQVUrZmdLZVVDanNYdlFvQ0xsTGhhUkJ3Ly81dS84dW5CMDkzZTYvdXYzbnhWZS91enNIalc3MDczK1hLeEVVcVhEQnhma3dNeGFrd3NYdTVyMkRpZ29tbmR5alJmM0J0LytHZi90UGlDWmdZaFprWWp2YVBQd3NtTHBnNGxZbmhzRXlzeUlKejd5K0ppY3V5SUViK1VhL0R4TTdWMElLSnM1bFlVcU9HOWpPeGlvUnlFRUVGRTRlWitQREh1L3Yzbmg5K2RyZDMvVWwvOXhrdTdIL3l2UC9zNWNIdWpmNzlaN255c1hTY2ZPeUFjcUtQZE1raUNqNmVEaC9ULzFKbzdxMS9BRkJMQXdRVUFBQUFDQUNMYmg1WmtnVGs2OUlCQUFBa0JnQUFGUUFBQUhKbGJITXZjR0ZuWlY5bWIzSnRZWFJ6TG5odGJLV1UzVXJETUJUSDd3WGZJV1RYdXZSamJvUFVvWlBDUUZDMitYRmJ0blFMcHUzWXFqanZmUUN2ZlFkOUFORzNFZHhiZU5MMU15eGpZbnJUSFBMNzU1eC9Ua0k3ajRGQUQyeSs0RkhvWU9PUVlNVENVVFRtNGNUQlYwUDNvSVU3eC90NzFJM21nUmZESDRKQnU1R0k1b3QwVmtSUTd4WTBMQU9qYXdmWGZCZ2pRZ2l1NnhZZUZRdDlmOHRDRXhZT3B5eGdTUXdDWmM3MzlSdllWYzZFS1E5akIxdVpnRVhraDFHZitURGZscXpSMW1qbFJkZ04rZTJpWlZwS1BTVFRJTVR6RzNZTzBuckZhZXB5SWR3Z3JqZ3ZZNmtzeUF5WE0rYmdRU1Q0R0tNRTdwMnRzNjlySUZzTFFab2F5REsxRUp5K0RtcnFvYU5TeVVxUjlKeUhUQzFheGxMVkZrWTNqRSttY2RJWEVsNG5yOWhmSXF5Q2dEcjYwWDI0Ym5kN0o5eHNGTGhWSm13dFlWWlNMRFlFWEs3cWVqTUhKOUhkRWpBcUNmeFpqdFlWUjJsMzZzMVZoMlVzOVF2YWFzQ2Y0TnpnQ3JoZXdNWFN3ZDlmYnorZjc2dlg1OVhIaTlMbkJkak9RTm5nRzBtVTNvQmFlaEYxU28xY0NRNXBFQzhGVzUvMlB6VE5acTdaMmwxVGVYSGdnbGE5bzZjaUd0MnBaaWJCZEZ0cHlreWVnTFFGZkRrUmZDS2YzbXFlWmFLMW1TZy9FK3F1OU5LYnNJdFpESzk2V1ZWR2tld0hpOGhoa0hKWFZCQzRodG1ML3d0UVN3TUVGQUFBQUFnQWkyNGVXU1R3Mi9nNkFBQUFPZ0FBQUJJQUFBQnlaV3h6TDNCaFoyVmZjbVZzY3k1NGJXeXpzYS9JelZFb1N5MHF6c3pQczFVeTFETlFVa2pOUzg1UHljeEx0MVVxTFVuVHRWQ3l0K1Bsc2dsS3pVa3NBYW9wenNnc0tOWUhpZ0FBVUVzREJCUUFBQUFJQUl0dUhsbDJ2MDRlTEFRQUFOZzdBQUFKQUFBQWRHaGxiV1V1ZUcxczdWdk5idE5BRUw0ajhRNld1Y0NoMlBsUEpJZXFEWTJFMUtLU1JIQmUyK3RrRmNjYjJRNXR1Zk1BbkxraWNZTUhRUEEybGVoYnNMdTI0L3g0SFRjbGpaT3NUOG44N2M3TXR6TzcvdEdPcjBlMjlCRzZIc0pPVXk2OFZHVUpPZ1kya2ROdnloUGZPcXJMeDYrZVB0RjZBemlDSHZrbGtTdjRKM1VBY25SODFaU0owbHN3Z2szNXpIVEJsU3k5ZWQyVXk0UjRabG5ROENrL1ZJeVZXOWpHYnFoMTR2U2hIV2lWWmlXWk5CUHNHbXpBRThPQWpsOXR5cytzT29BRklJZVVBcUZVWUwxc1dSR2xSaWhsSFppbUdsRXFoRkxWYTJXOUZsR0tWTXRvbUxGV2cxb3UxU3VOcVZhSlVBeWpCdlVwcFV3bzBLcFdLNldJVWljVVZRVldwVHlkajBxSE40MmFic2pLck90SzdQdFNSSUpnSlFaeU1TWVhZQnhJTHpBWXN6c0FZOWpHN2dqNDByc0pNb1lYd0JzMjVhUENvcG1wUmh2WmRxalF1eG1UMGJ2WVJpWlBQTTZLOUo3R0s3eGtLZmFOQUVtZGMzeE9WNG5INDRtY0l3ZW1Ta3lsUGtEVUgvaDBKaVh1aUxGSk1uQldGeC9xWnVCcU5DbzNGcW1lYXNwTU12T1U2OGZPYlRFOXpCMDhjV2pGb3FMbExjQ2dLRXNkYUUzWmhJa2NVdmFxQWh6ekU5NE1PQW9pNHlGZlpEdzJLVEsrejgwKzV3M2hVUGNGODBISUd5cEVxcG1HU1BXNlhoNVdxa3NsV0xPS3NMRVVoTEFScW5xaGJFWjlzSjdySGxCZmpaWkw0UHZRZGRpUnV5ak9rdmRERnpmMVltbUg3RjBKZmdia3Q4Q1lTckwxbFgwSmJtTko3ZCtlL2IvbU9zTXhTdVJhNUhwWld1UTYxN25PMEVBM2x1dlpiVlFqWGZ6TU1VOWNGMTlKWGZRSjBuTTZVNm9jVnZmWEZON0RISzJGWE1PRzJSNzB2SEVHMEVVK2I1MC85dEVCVm5iaWxManQyMFNjT2xaY1VhenpYTWgyK0phQ3VLc2M4UVVBdUNiM0hnQ2FrdEozdE5PSnJ1OW9UOG9MeXJaeGV5TjNLR1A4QXdXQUtETVJYd0NBYTNMdkFhQXBLYjFFNnhJYWRzVkxidHQ2eVkzRTF5UUdhdFhGdFRLUElsRTljcmQvMk1hWlZxQWxKVGlIMFdzRUJGS0NJeUNRQXdnUUhuOVRvZlhndGM4bTdDV1puWEo1MDFvdjY1cVNadmpobzNJMmZjbWJDREdaYlUxbTgrQlEyYldsU09jK3Y4emlLVENHR1Y5dDVrOStock5ZUjlnQWZaZnV6cVFMVEF1bEtrdW53MzRiK2RIZmhFK0Zsb3BWOEswUUhTWDhVdWoyejQrL3YzL2VmZjE4OSt1TDlQejIyL2NYM00rRzJ0anhneStwenIzRTZoa0xTRzBiOUZudHByVGxrUUo2OE9DdWtQeDIxYnJXa2pldHk5YlVUTlk0b04rd3RXeWVjcGJHVG5tNnJqV3kyZUdnTVVRK2hmZ1M3bGwzei9TSlhBczdrZmtrUHlpYjdRWkkxU0FiUVFkNkh2T2w2OS9Za1BjUWVwVldnVlBJNzYrbUtmejVCOXRZdm1zOVBFWUdxWGVqd1BUTUtGSWJlUU1hTGM0ODV6Ump4VFRoOUhobGtlbEFHL2dJTzk0QWphVkw0QTlvNHVmQ3c1dnVLYTJsd0wySkJJczh3ZTVrTkpxVnF5VGY5ZEphd0xieHhJL2tTaXF2c05tWVRKa2NzWmVEdkRMRzRWem1JcE1JZ09Rc2g0dURNVU55U0NML3dsKzA4L3dEVUVzREJCUUFBQUFJQUl0dUhsbm96bVdnT2h3QUFHQWNBQUFOQUFBQWRHaDFiV0p1WVdsc0xuQnVaMldaZHpRY1g5akhaN0hJNnFJVG5laTk5eDY5UkFsUkkzcFBDS0l1Z21naHlxNGFMWG9uaUw2STNpSjZXNFRvdlpmZzNmemU4LzcxZnM2Wk8zUE8zT2ZPdlhlKzk5em5PeE9scS8wTUQwSUZBUUFBVDAxVjZUa0FnUEJSMXhyWWFLZ1NuLzgrRFhWNjVLRnE0Z2tBWkN6L0RwRGFjK1lqQUtBaFZsT1NOL0ROM004SzlpS3hUVC9zeU1Jb1ZjandVbFNNL0tyV2pJUlIxSVkrVlFsRmp5VlJOaWRlKzh5RW0zUytzL1dMS243bHdBUWJTWTNWcG4zUU5yN21NV3dSNWZ1aXMrNVloQ2xmY21ndmdsTHFCOFo4Z3kzaU01QkVtdkNqMTY4c0xFdnphWU8zejk1WGRkV2IrM0UxM0FUTER4aG9rNXNlYjV2TGtINjdKWVZmL0pDYkZadUJ0T1pDVk9FUkViMnFQOHpkUVVKQ2JyaENodU0vS1VqVFN4MGNZaUZhaGtKQ0tzcGQ1MlJ5YTdDVkpCM3Y0cDNOR2ROb0M0cU5TdHNoRWJOdFBWUXRNeHlEODlNVXp1Vm01UE96dHlzSXdkZGk2dFJRUjFUc0NPcWVjNnRGRWxlWWhBa2p4d3FKdHAwdFpKUzIyay9MamMyalFJeW90aE1vSms1KzZ3OUFGMXgvWDBObmNQcGhIQkRUY2liaWIySHZQS0c0TzBLcUUyTXhzcEo5UXpDQmFPc1dBamNOMG5CVm9GVHMwZUExd2pDNndvUTB6am0rSzRTRmtZMThCYUJjUVRTMytsWGg5Z05BRlBoNFlWL21NMkpYUkp5R2RVY0lMczVWU3dwOXJnbmtBZEZaa1F1T0hzMEFHNkZpajZkeGtRdDdQdUdqMGtFN3VuQkdZdWluakovcGh1T3BoQ1RLdWNsQmwwcys1RHhtM3oxV0ZmejkvUjk0T0kyeERERzZubStGWUNNR2djOXhBa1VBMFNjMEViQlFqL3hySTNBT2hLajdBNGZVQ2hpQnBXWVNyWCtHVG1TQkMrSXFLTWRRU1d4MlpjVFdBNVJKbUtTS2ZQb3hWVGxxNHNaSUhZMlVYLzkxZEhRVTl6c3I3clQ2Zm52UUVueVNsSDBrSmVzOFhRNjZKWldYbThJdm5JblFKU05HM1BvQ1A0ZXdveFRrNkJua2RaV0lQU1NOcmVNQmlIdGs5NnNURUUva1owNzRvUGowL2xSTFNhZWFQTFl1emtMb3FSOFBOalJmeGVOb2tHdlZZSlpFVzdkWDJVU29MSTkvdEwrV0JqOFN6bTBxOGlPb2JjSDJLN1B4ZlJCZ2thUVlRWTlSY1lIZHlob1p3M0lCOENJNGR6dXh5cUdrZnJ5SFlRdS9GUktlL1hERGFpMDgxYlZwVk1NRWpyeWpzRmFFWDVVcFBMd2V6Rk5PQUtXeEpad0xBT0lPamQyN0ltaWRaUjA4V1dRODRpVWVnVmR1aW5jaDB4ZVZ1OXo5Q1Y5SDFZY0hUTmtYSDY1eS9CVnpkZlgxSi9LVVkzam1nbFlReXpxbEE3OVJjbW45bFM5VUpoQ0ZDcXM4dkJyS2dBZStid05UaGl3RjN3eURjVXU1KytMcExOc0RydjhzVUc1VTFyU05wR0tqRk1kUFUyQ1NvdmFqQVg3dmRscnJVOVZJa20rOThEVGUvWDdLbldmTzkrWnNPMDNRdnZEclZ6UHl6NnhVSXhYWlNwb2JiMlpZekhpY25qM3J1MXdPRHE3YmVmUU5sTnJyT3o0NW1aeVNJanlKalBvRW9qWTFuaUhOTFJuRWcxNG1xMTFRWjJLVEZwMk5WblhSckl6VTZCVFdRc0tNT1k1cjNGMWh0VW1kSitEeWxvcEw0MUVhdVl5QzBoQVExQ0M0aWFLVDNUUnQyYklkc0FBK0dpKzR4QXQ5UUFaelhRaVlIczVtS1p5d0lGMDRGa2JJTnJGQ1BrNUoxWDV3ZFhYVkw5VGtwNHBURkU3ZG9xaDJYc0YyTEgzTFpHV1hKVXc0azd0RFdyZGZJdkpiOVBDSWN4SE55QTE5bUNzQTF4WGRSNkFGTXZJbkwvUXhPejVmZmNVcW5qakVsVS9TRTYzbjNtWmRpTHo3ZTBIblZuRy9YT1VPYUsxNHlQZU93a3J2QlNpT0Q3NHZRai9GMjJEWGlxUkNHc0RybU9xbFQyZkx1U3MwNVhPWDNUN0ZzbG5wNit0YldDQ0xxNTRkdnFNd1YyS3dZZy8xL3ZTT2lReHA3VUVjTEI0Ykw1YW1DVmk1L0thVTVNSm55OEdrVjhJSXgxb1V3QmtNWlZzaFFVclV1cXlGYjVScGtqVzN0RVNtV28rMzdDUmVYaWY2VEtaSjZ3NzhCYkx6MEJCcVlYV2Racy83Z09IZGx0b1gyYnJLUkorVzdIUksxWUd2bU5mWElJYjZ4cGpBaDhTYUFqdWp0ZmpBMG91KzBRcUY3N1ZubW05eUpYZ2JLOFN3YmwrYThEeHRaU2RYZGVVRnJCNlJrK1ExOUc0OVVUdloyTENybXh1dTNXT3JtdHkxazZmWGd6RTZiREpacEJVSTdPWnhZUVR6MDRFU0h2bEtBUWFBQlFaWW0wRnBYOXJZanIzSVEyblZGM3hTUC9IWXdlalAvT25kNWJLLzFKZU4vL0RjSEsxdmJQVHgva2RwYWJxRU9lWGV4NC9Tc21iK1hFMzBIVm9TZHNpYWhRMFgyd1NjTWpaU3lUcHBYZEE3V3QxcTdkOGdHVm16Rmh4VjViV281RnFqbkJSNWhnUmlDMXMxbFlNbVBQYWNpZ0c0OTZFOTBBUHBialVBQjNtNk9uOEhCcDVyMTZVNmY5VVZLY2N4eGtvcUtTdmJSWVNnMXd3NU9qaGNiZXNFenk4dVNnMGJFdUM2Z0l6Snc3V3NvY25QSExZQzVSbDA1VUJwS2JiVGcreEFVdHJjd2lSa0dtOWFqZlJ6dFlHUkw4Q1RyeW0zeFBVZFczYVFMbERxcDhHZmx6OG5KazU3eUMxcFpJUCtYaDJ2YVdscDJkV0pNLzFEa2ZCRGNuS3k0MFFoQ3l1cmRvYkkvdFJKSjliaVFmTzZDdkJ1TDZKb1hxa3VWS1RCTndqREZjWjlPNG1YRXUxSlY1ZEx5RkkxMjQvREh4K2V5ejZTRXM1bGI3VGVRQ2hLSndhT0p3QTNSVHdSN2xleU5IYWpCdXo2M0RSQXFjT1pvUGhOSXhXME1KcnBKdDY1MTJxalhBWlhuWmhXVVZGUm5DOHFZd01iWGxZWWxVM1pDT0NkNHRDSTZTNDl6QTJ5ZjlCbmk0WFdUbFYrWDFKUk4yRmtTMENIUG9LT2tLRVpvMEhSYmNnQVpsZ29LSVNjRUVOWkJkclA2cWJMOG9WUHlERE4rT1hMbHp2L2dkS1pwNmZuaTRxWGhrWkdJcDRidy9MVXUxN05uZjREajl5ZGJQdGZSOWQxdVpqT2FGTDlLc3VaZGJLemxmbXpPbThNcFBMdW02ZTBOWStld1FNUWNMTUZSSTV3YTcxQmJzdXZMT3prTUVjekNtUjYxNlFDdDhWbVkwUEI1QTNsczZ5NU9qNnpoUFMvTjFFWGd3RnRsOHllMjJyY3F4VUY2b2JoNDVLeUFuK2x4ZDJSclJFUkVTd2FzTmdUMGVOQnJnTEN2WGJqUmlPWnJsTy9SbW9vT0hPTU13TUR4Q1BlZityUll1L2JSUCswVG9RYXB6aEg3WmxhSDJOYW5HUHkzclRwdGJNbzVvU0JiWjdZKzVOMTkrRGJoYVNuT2p3V3JiNm5HeU9YaTU0Nlpvc1Uwb3BCUVFuVFgzL3FZNjZMTEl3UXJUZEs3aHJuZnV0RTJyRXZwT3laekJyaEd2Y0lCb09BdTRpaTBHOE00Y2szNWRCQWMzK1RMRWVDYW5Zc1EyRk51MHE2cDRJSHlFaERuVUJuOG81NnhVUGtpTXZMVFVYekM1aFJ2WlU1eHRPcFliTXBUd1Z1YUtqQktTeDZmWGh4Z3loN2FhSlFLME1tc0hsc3M4NllLNytKaHZPd3psTGliZlNSRkJRYk1FWUg5b3lBbGRmcFZuRm1pMEVZVTFuMDN4clAxOGEySjRwODl1Zi9IUHRPVjVxM09FMXhoSFh5RGFKbkx4aWY3Y3d2NnhTN3JQVjRQdHlmdm1nODNINllSeW56dUkrdXlyakd1dmppOFJOMGtZYnFTazZGT280MU5UYVMrU2JQemRYdXlKbEtjMU1qSSs4RjEwWno5NmhLb2pkdjNueElxTE1mRzgyUzlQbUorWDhoMW51bHhNcG50empxUHQvc2FRclNNbi9zL25iVHNIcEgwZlVaQUpUeTllQkQ1OU9tN2t2dlpzd1BXMDlIajJRT2RGRzdEVTFaN0V6NmtETExCeHFaQURFbXB0YzdreVh3eHV5dEY5c3pVRTc5bE1vRE9xZS93ZGNqNGo2QlIyWHVrMGNFMHVTc3F1VUR2WlBmUDZScHZ2MXlmTkdoc1ltamY2QWQyN0hscGt2eUowNFVLWVphWFhWak1pMit4Ny81czFtZThnWmZac3Y0N3hVbHlkWmVmY3BzVFlHN1d6WjdiVCtqQy93V2NIMHkxRmFiUWQ4MDdoQ1ljdUF3dG5DRzhMVGMrNFQyR1NkTSsyR1plR3VOTWt2N2NtZFo2a0xJaExJcUJ2M29mTVlTRG9kVDQwWnNaZ2NIOWNaU3ZwaDd3S3UxWUxIOC9sQWpmNG5jMlRWc1A0Q3MwNzBmV0xqV3NtK1VlTHVia2E3YUNGbnB5QTY2ZlBoRjRBeHZwU2k4SjdjTXFLbXVQaHA0bWgwYkg5OXhjeDkrUzBmbk5EV0pGOUpweFpjeGtoMThmMjN1ZzdjdDVidkVTbzZMd2FET2dBMHFjM2tqQnlMVW9IcUZ0YXRDYURWT2ZZSG1zemNGTWZhUVFUcTlUYTVSaXBVdXo4K0phbnZQeXF4eXcxbjRFUC9UaXh3YkZHNjl1ZXFCMERZV3BWdHA5ZHMxakVURWxuTVVkWTBNUFp4MUtHeEs4aXExVkozWWlPSmxMZTNBUDhPdXNVUTI3NS81VGpRL3BmWGJ5dDNsSG1jT1hmc09nOEYwWks1dERoYWJKb3AwNGxFOVBXTlF3S3V2MTdRckJGbC83UGZqQktweklHQ2NYMy9DdTQ2SnlzZ3R6bGc5VnNYQWdNMDArQWo0UWQ4SEFzcUpPTzEzWEJXaDdPcDdnU3dGRUlZamllZjBxZ2ttTzlWeVIrWjNmMCt3UzA5ZXNQVFRjZHdlQkNobDZMVi93SkdXem5XWU9SWldrMjBLdmo2SDJmNzZESU9Kdk83RlZTL2hHb0xidW93UDZlSkFEQmpaUEdyb294ZlN1T2E2YWlqUTBLWWcrZDNPakcvcEw1NzNjSnFhWVJPbm8rVjFGVVJLMDN2NEFjRHUyMjU4S0FIaUZVZ3RJY2o5WXJHQWpGN2s2SldjZ3BLSWVDWW1pY1pmMzlhUGxBY0Z4aWlKVG1VM2VudHhwbi9CL1lSdi9yMTZaNnlqbmJRUVZFVUNzNjJycTROem1kUzZ6TldTY2hyaDlzOFNyMklEdW13SkZJUEt2dnd1WVl4RTJBb3VpMkMxZzVqV1pDMFpiWkN3Ukc1b0tEYVI3M2xiU3prQUZrT1ViV0prazVLN3hIU0RRNWtCWWhEQkV6RW96bXdQWVUzWHJrZ2N4Wms0WTNmSm9QdG9VOGZXMVUxQXZNZ0JWZUxwT0U1UnQyV0gvMmhnRzdpcFJoZURRZFZNaGVRVy9QNkNGb0t0em05c1lzZE80dEZwTGRQZnVlNmRZYU50WW8ySGpTRkN2TDR2ZzRRWU14azVZOVNPLzdFQysyTk1BKzV4Y2cxaXhZeGN6eis2SklJdCtZMnhTRGhKOElFcWhHdGlybG1iT2VWYlRNMTk4ZXo3MVlnTHVxNFhnZEVaMlNiNlNXTkxIV0ZSR1cvYndHbXRpeGlDVm9vdlUrWWJIbUpqMzdaelh1dU43UXk2d3NFK3l4Skt6VlBORFErdHlPY09tbHlLemVjZGw0R2xYZzk4NjI5Z20zazFodTdjVXlscXpodG9MSndYeVlCOWhzVXQvZjVjNHRkT2ZNZTVkbHBxbjBJUVlxN1FTV2M2dmF0ZFd2aGNtZURxWm1HcE1maDh2akJlWGVSeVFYRElVMitvcURrL2ttZjU5aXhQV25JQ3VCcjFOdDdBRjl1ZUsvdzFMRGpMYW1RalRDYjk4N2pZdmllOVNkWU5Ia3hDMno1NGswK3djWDdRcGhxNy9reWFreXlRVHpjMlY4OHY2S3J0Y0t6TWpwZW1hYnRpVUN0aDBVSFY4SG9yUTErYVlqcmJmYTc5Mit2OTFYSmhGdUJsd3k3VnhMK2dsVnV2MDdTOEVjRDY4czN6OCtlYi9zK0NwRFlJeWZiWjk5bEdwSkxhWllkZVhPc05iUEExYXBWLzUzb2Z3c0w1Q0hzWjFXbVZTZksyeFdOSDIxKzlkekZrNUlYblBHcmNaalZGbDErZmFkVDFSSmYzSnJiQnBBdTRDMGpWU0F1ZS9GZXFMckhLbUNaaXJPL1BMUnZnVFZZdDM3clBXZmVFM2RsdkZWdnNTRjMrM3FrSGJpNHRXRldHMHNieFpQM3p4dVBuZGVKSy8vV2VlcFpZK1p2NWsyMFJ0UVZmQ2ptTjgxKzlUTXJ2U2NkSmkwdDQ1MmxvclR3QXE1SFZLV2ZyYktjZGpZd053MlJtVVBGSDFxa1pzMFdUN01CL2swMmdtOXI0TkIzTHk2RHFjR1ZqYk9IS1NzT3gwRDNxS2JlN0ZaZEYzQ0VoNGp3NEs4T3c1akhBNFkxbW4vRlNWTExSdmdMNThTWVBTNEwyM095TEtyTWpxbkVnUUF0SWFQUjhSd3VOVVZKUEZ5UjNuQnRBYkgwcnVJdlVKUmxmWGZzaDVPYUFlV25ZM0J4TXdkQStkRmw2a0w5VDkyUktJOUFUdjZxWWJYdTJzcXlLZDNqaHNia1hIZUJsd0Z0UjlXeklld241YXhCL2NoSnU1QTBraUVwcWNFcDZOSlFZK0p4TmFOejQzenJvbGRjOERjQS95b29UOW15LzlEWU91dDN5MXBsZVBzaHUzRWhNbmVwNkh3L2pMV1ZUVTNobFlldElQQ3FTVXVtK2ZZY0R3SHJDNVY0aHY5ekJLM05YR2taMloydzAxSkR4UzJTai90K0MzLzFLWEJkQ25PU0VVeDg4bzRET2UrWTZweDZYOXNhTnJaUW1Vc2dLeTR1YXBmWW03ZzNla2RFN2pyeENhYTlOR1NXL0ZmLzZTMFZaUityOE1rNmVFOU5FdUZUcWh5WVQwaTk3WG9qbnRkWmpDRXlOV2cxMTNidGFBa0RHb1Z6RlNIblpQR2dycEsxSzVxZHg0SVUxcFJQVk1xY2tsWDVQWWpUKzhFanBiTnIwTGJscTNIWjNqOFZQVmEvTVhXcE81S1UxcktDd0lNaHQzZ0Yrb1JVVjA4RWM4WHlOOWJXSDRiaThhR0JwMEU5ejhuRzl0ck90SnRmZlg3WjJrTUZ3NlM3ZTM5dnZVU3ZLUGtOOUJxU2xKZlBOeFhJWjdadExNQ0tTWlM0bHNvNUxPQzd3azFhZi8yNTZRUGg3ZjZrNUdvL2wrODkrN2JIVGduRlRLVThBNkZkeFQ4bjJnMU5tMkI0NWZNK3gvTkI1bzZ6OFFRL2RPYURONy80c0x5Nzh5UlF2M1YyamV2bGN5a2pjUnNCRTBWYjkrTXpJU0VKU0QwNmlvTXF5aGxiZzRkRTI0dzJtRlhweGxTTUl5clFxem1KUzdDSjFkakcrTCt4SWZXbktKenZ3TmdvczlyYlF4akdKNENOZXdjNGx2aXNONUpTampqckd5ei9HR3AxdkNaazNMSGl5MEo3NjY4M0N4aDg4UHZLd2dXbTlOaTkzdmNQcWlobm5Vc3ZEZ0VQczlaSHpxZjdTbzFnRjB3M0xnYkdDTjB3QzY3aXpZeE5rd1JmN2M2cVgxY2NYYXM3NE1aNU9OMjFIUVdOaUtFVktBZS9IcHdCb2E3UkNEcWJ2N1ZhWjhiY2lrbTFVNjFtdUhFczBtQjViZndyckl6ZWxiMnJydHZhRE50dnpiLzd3QVRUaStvbVBwTnJZQ0xnWGxsWDgySGRtRGdQUERiei9ySExockRqdnJEUkU4WXV5THozT2VJd09qWFl3Y2duZHhTYWtQcG1xOHFGRjh5aEVaekZ4M21od0NRWThFeHI0bTZtZ1ZRS3MrenZDZ0ZOQVlKMjMvMjJzNlZYYmNOdm1SVlhsUjFiWERnZVg5L3czR0lWc3JudERCa0p1MkJFQnBnL3ZYaUNNTGdrMnNlSlpOeHFpU0ZuVWFyYm5HZHh6VENQWm0zM1pIN0kzbVQvWi9zbnZqZXZ5MEdqNUluYTg0VzlKMS93T0p2RXBydVROb3c1Vnk0dlJwYVEvZCttOUdQeG0zOWVIZ2s4dEgzdTlMSndtVXYwWUU4eCt1N3JMSGQ3N1FUQ1QxWGlXOG5BenhjRXpwenVCUXZiOExqeURhMitxOHZGMDZ0L1kxb2I3QjkrTHU5Smp5L3BMWi9qajVUaEwrcjdqT3ZLSVlVakplSjlXUW9UMU9yajdnZHR6YXZIclhQejBDNHVQRnc1QkdyR29Sejk2Yy95UWZIODZocHk5RGJnN0haTytYSng2bXZPOUtXM3JodVBGajFrMDBXZC9vcVdFSkErSFV0eWxKRGJiVVVNSjdMSWRjSFZuT1hzMFRHTCtsL2NYUFBEYXNrSFdjMnhIZERsZ3drR28wckxqL2w4T2hzeHoxT1RLSDBHM2UyWC90Mk94NDk4WUNPNzlBblNHaWxENXlQSTlZZE03WW4zbXJkLzJtbE5qT3FOczZxWi9WL2I4YnpiRGk3UXlMb1lzNzA5V09zT3FXay9VNWVVN0grdElmVTRWdS9qbWsrdStSWjNDdTUxMldyR2ZKQnBvc01NbGtxZDkzWmRvU1dtWFdITytjcDV1UXprNVFLd0hJdWRVd1BqZkwxWVl2c2FERFh6OUdGTFZyaWtmaDFUVWlnODFJVllZaG15NHhBWUpWdUwyWHYwUU5weW96MlJlMFJ2NDZuRWZvQ2liR29zUFY4QUFDMml3NzEwZ0RDMnVVZ3FHTTVJYzV1Vk9SQk1DSE9aWWJuOXVlNkZzMC9Eb2FHVnhzZS9Kd05PWW1CaGxQWnFNeTVOUjA0ZlRPZHREbmRlc3QyeU4rbHF6MTlQaFE1eTQ4VlRoWVVTTWJPU0VPWEFRZnZsUUdia05BQlRSSjRHZ21vUmI0bm1oK2lzQ29WQUZodVEzNnJGYXVIT1pYRFhkdTRhQU1yMUx5dGRvMktrWWdZTDErMFNLcXBqUE9ZUnBCY25nM3RWeHdRdWxjb210UkdLMzFCKzVqMGN5eFQwNU9Ebk5lVjRZR2s3UjNSOUY5dEVGUy9IeUhxcVRGdGEzT1ovc1BvSTZEb2V2SnQxYzM5MjdkOXlKa0VEWW8zOU5URHlPVThHQ01kYUd2dE5WcHVjS3AvMElsT01TenJGZHN2SUwrQ0pzR0hINXROUFlDMk9UYWtYWTJpTENpMFVlNVhBUmtlNVlMVmdCSVRqUmJMOS9SQXAyMUFXNk13R0cySG9WRndram5YbWlCYk5pT1FXWHRLSmVFa3ZScEp3d0h2T2JQdG43NC9vWkMwR3FPQUxadjBlQmwwdndCQStjdS82c3JLd2luV3h0ZFhWMWJlM1IvbjRyQ3BXaWlaNmVuaWRTVjRmb0w5bERFVWF1cjF5b0Fmd2NMbWJFd1ZvYnF5aFFETTZEbE1wWkl3S2RsUm5ac0kwOUFMU0VPQ1ZjTks0K2tLNHZQdXJObGczczQvL1Z0REUzWUxES2dnTFR1K0hNN0dpdlNuSVF3dmh3YjV3N1hndHFpZ2gyRGc1VVhodUpUeXQxZGRCeTJINjlrVEVFNXlWWDV1ZmszQzNNMW5kRDRlZzRNRHBLMjZBZGdkd1hlRTdNRlN3TFZBMHdLQktHR3ZsaldDUjE5eEJMdG1KRHJHd2hKTGNNWTdOaFZrMUFJMjQvZmVhWHRWQTVqRm85Mk92WEhPRGFBVzcwMUx2T2trb3N1c21CbzVUdTMzSS8zZUtTNFJrMCtJVFZ5YkZCTEwwSkR1ZUdyQWtPUWpmL3pMK1lCMkxmZXhubG8vNDVTZTEvak9vcWwwV1dWLzJ5ZTl1SUdoY0ZuU05pK2kvOU1CSG5DdEkxWC95T2gxZk1FekZ2cW1UNlpvcVNHWUJ5OTdsbmo4SDI3VnhMY01sVXZRVTlCaTlVRmJmdUF2NDRSYit4Zkc0SlJxQTgzMk5pNGdnTzgrREhOaTdqNVlNWWVSUGJCeWl6SllseVhHbjJYeHdkL25HMWRCaDB1V3Y1SUNFc0xDejlqOERSVEhHVW1mdEVHcXFwcVVtelUvTkgyaEVad3FlZDZuTkZ3WVg3WW45d0VlNVhTYnp4eEdIQktXSVI4d3BQOG9JZnpNdjJ3L0dDUnBHVVFvY1Q4dGJ3Ryt2TXphdHNBcHJYL1RnTWZyOStpM1VtS0FoWlIrZnpCTFpHdjlGSW5FUWl2NkJBWmZVR0dSbmllT0c5WWwxOHcyMlhTUC9EdGtzMDdIQUZ5OEJ6dy9MV0k1UjZGNUZJNU5RVWFaUlNSQ1VmTGhCM2E5ZEpqUHltWGlIZDZVdFlHY0NGeUxMR29SbzJkQjJ4VmxRWjRNZUVYZUI5UE1LWnozeHF6RS8zeFR6V2k1R3lCS0I0cG53amc2akRTV3R5Y2g4eHlHeVU5ZGFXc0NQVVlEbElIbGtqSUMyaU1CS3Q3aEZmMVNvQjVuR0FraXFLUmo1ajd2NTdTRGNRMnJuUyt2NDBZdnp4NGc5SE5pRlcvTERPaEl4LytBOWNIQndjY0xNb2hwdEhpSEpuc3NoWExJbmk0SFNuVlF5d3RIQS9aS2IvOVhQK0xpRGNuVGJmY0FrR3UvYVdKdFU1N3U0Rnl2aDZsMEFoeFEwR3ZlaFRGanZ5eWhDSTNzTFBGeGErOUs4NWVxV3J1L2dBdFVRcFdoMjc0RWY3R1VSYWhxdzR4OGZIaXRkM2J6bVpRTFE1VnJrdkZ3WjljeXJWOTI5cTM1RTlKK1VCTy9DNXoyRnhHZUM4L1hzQlBxN3ZTOFNCZEQvWHF1M3JvNjl2bzhlUysvQ1ZGZjVYNC90Sk9QMVN5cStGN1NuU3RYYU1qSkdOYzcrTTlQU0lFME5XUTl6WkkxeFNoc0tTUVR6UW1pTVlvU29uLzZvT21zd2RWQy9WMGRhQWIrUlpMV1paZ3BxajB6c2FSbVFTcFRFRmpNcEtvMGVHVHNDVHBLVFg5MGQyN1JwRk5aL1Nya0QxQWU2eUhYcWgyRTVoL0F2K0F3cWpzdnFtSm5FU0NKN0VuWENKTlNMQ25pMWJYVDlsSUo2MnhJbTF5L3JUNzNLMUtsZlZ6eThwMTlIa1dGZGswbjY3Z01tNlRPQ2hrei9SaXNIWE1xczJGN0RwaGphZEdsT240WDVYVG0yOUJxTWI4eFpCSjlOdTAxY2NaYStNL3R6cy83YnNLNlB3a2FXa3BPeUxwOHZtZjQzSjBOM1QrdjJKQ0lRVXlzd3ZZcnFGM3hXa1Jxa1dPbEpJM05uWHZlNFJRZ2l0M2JxRldDZGtWa2NGU2RLQlZyd3pmR1ZXenJza3FvK2Z5R2NlY3I3RW9NT0t3WUVVeXljYTZPR2U4RFdYS0tpNWR6S0JQUFJnMkpBS0FRUVo4VjVZdkNCV25oYVpEcVBib3ZVaSt2Vk9XWldFaEFRdVp2ZHdtcUFKTEM3bUg1SytSM1EzRmRFTHJ1aDRvUElrTmhHMkQxVHljbzdsOHpBZDZBQ1lFTEFLb2M5azE4NXdRbWVhRXVoM2FiSDhBU2RKR0U3azVwb1B6UFNYVzJ0d1Uvck5EdkRSQnltWUVNS2VxeVFhWkZTWXhwL0dZSnZ4cVk0bWFHSGtZaGI5UUV6YmhZR1VhazlsQjJVbkRXcnRESVY2MHhiY082UXBjREhSUW5wN2UwZEhSNy84UjBnSU54U1N5dDRsTWhqS1JxOWVEaUh2QXdtVTA2eWdnVFVBN0JVWEJtcmNSQXlTWXBFOHJ0VTUzaEtGSDN5NUVBSXJxelZKQ1N2UVo1TlAralpLdnZoSVkxOFdFa1lNM3laUkVqa1NlWDR3OXB3U1RCZVdTQmd5RVBPNUlycVFJK25qcEVsVWxsUFhPZ0g2cnNIamlDcHFOeUdxT0pXMS9jWmxaTWNmUkFnb2hEczVWeGNVbm9CMFVnaGtvOUY4WmhQR0RJSmlRSE15QVJLUkRLcTZKMjVZR251Zzd5WkkvTWh1THl6SzJWUWk4eWdEdEhyMjBDY1drWHFzT1psam83dExibTNrbUVXQ05vcTFFNFd6L2UrUitOOERvWGdrK1Z6QlJTV0R6TDhIN084dm5WTWUzWHdPSmFyaUxha2pabkxxa29YOWRScVc5Z2pOUmdlTXZHdm9vMU1JQUtoTG9pMVpaaGNvYjNhWkJNcDRWSE1WQUFiR2JsdmRZbkRrYVlsYW5saTRCNit4RjJrenI5b3Z6NzdtRjNCcm84ZDRYLzFOZEUrNTV1VGVtc2U2SHZOZlRYTzNaNHpoWUYyUUxqeHFJb0EwVHEzcks4U0ZrbmJreGZqM0w1cWxDTmdxSmNlZWNoMEhGVlcrZ3NacFFTNC94Ly83eDliemdOV0ZsVUJTSWVYMkRrQ2hwcXl0VktsZ0Zmby9VRXNCQWhRREZBQUFBQWdBaTI0ZVdkRm1ycktzQVFBQU9BUUFBQXdBQ1FBQUFBQUFBQUFBQUxhQkFBQUFBR1J2WTNWdFpXNTBMbmh0YkZWVUJRQUhGMTdSWmxCTEFRSVVBeFFBQUFBSUFHbVovVmpicm5vSjZBOEFBRFFTQUFBSUFBa0FBQUFBQUFBQUFBQzJnZFlCQUFCdGJTNWlhMmwzYVZWVUJRQUgxM2luWmxCTEFRSVVBeFFBQUFBSUFJdHVIbG5oMFdmekpBSUFBUGdEQUFBUEFBa0FBQUFBQUFBQUFBQzJnZVFSQUFCdGJYQmhaMlV2Y0dGblpTNWlhVzVWVkFVQUJ4ZGUwV1pRU3dFQ0ZBTVVBQUFBQ0FDTGJoNVo0MTNpYzJNSUFBQlRTUUFBRFFBSkFBQUFBQUFBQUFBQXRvRTFGQUFBY0dGblpTOXdZV2RsTG5odGJGVlVCUUFIRjE3UlpsQkxBUUlVQXhRQUFBQUlBSXR1SGxtU0JPVHIwZ0VBQUNRR0FBQVZBQWtBQUFBQUFBQUFBQUMyZ2NNY0FBQnlaV3h6TDNCaFoyVmZabTl5YldGMGN5NTRiV3hWVkFVQUJ4ZGUwV1pRU3dFQ0ZBTVVBQUFBQ0FDTGJoNVpKUERiK0RvQUFBQTZBQUFBRWdBSkFBQUFBQUFBQUFBQXRvSElIZ0FBY21Wc2N5OXdZV2RsWDNKbGJITXVlRzFzVlZRRkFBY1hYdEZtVUVzQkFoUURGQUFBQUFnQWkyNGVXWGEvVGg0c0JBQUEyRHNBQUFrQUNRQUFBQUFBQUFBQUFMYUJNaDhBQUhSb1pXMWxMbmh0YkZWVUJRQUhGMTdSWmxCTEFRSVVBeFFBQUFBSUFJdHVIbG5vem1XZ09od0FBR0FjQUFBTkFBa0FBQUFBQUFBQUFBQzJnWVVqQUFCMGFIVnRZbTVoYVd3dWNHNW5WVlFGQUFjWFh0Rm1VRXNGQmdBQUFBQUlBQWdBSlFJQUFPby9BQUFBQUE9PSIsCgkiRmlsZU5hbWUiIDogIuWvvOWbvjEoMikuZW1teCIKfQo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</extobjs>
</s:customData>
</file>

<file path=customXml/item8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9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10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1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12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13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14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15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16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17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</extobjs>
</s:customData>
</file>

<file path=customXml/item18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19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0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22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3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4.xml><?xml version="1.0" encoding="utf-8"?>
<s:customData xmlns="http://www.wps.cn/officeDocument/2013/wpsCustomData" xmlns:s="http://www.wps.cn/officeDocument/2013/wpsCustomData">
  <extobjs>
    <extobj name="1BCC2C28-871D-48CB-8BE0-2867F7803ADB-2">
      <extobjdata type="1BCC2C28-871D-48CB-8BE0-2867F7803ADB" data="ewoJIkZpbGVDb250ZW50IiA6ICJVRXNEQkJRQUFBQUlBSXR1SGxuUlpxNnlyQUVBQURnRUFBQU1BQUFBWkc5amRXMWxiblF1ZUcxc2ZWUmRiNEl3RkgxZnN2OUFlRWVMZ0tEaWxtVm1ic2srVE5UdHVZR0wzQWt0cVdXYldmYmZWenJkdE9vZ0lYTFBPZmUwOXhUank0K3lzTjVBckpDem9lMjJpRzBCUzNpS2JERzA1N01iSjdJdkw4N1A0aEZQNmhLWXRKNS91YVFWdFZ6YlVzaHVqZWpLdU1aMGFIK1N3RSs3YWNkM2ZDOE1IRDl5UTZmblo5UWhmcGIxUWdvUUp0NlhyZnBiNm9vbmdsY2dKTUpxVTlIVnExcnllN3JtdGZKV0RuWjdGNXhoQ1FVeWVNRlU1aG9uaE94VHJtbFJLUEhKRnRPY3Y0OEZyNnRIV3NJUmZGU2hycmFDL2ZwVkl2RU43bGdLSHcxdXVFNFRBY0QrbGhXUzhCamhGbkNSNjFYMXVrYUhTVUZseGtYWmdPL0k5c0VIbFZDMi9wZHlMWUJLU0RmWi9NeEdKM2JJNGtMRHJoZDFqOWdnbklJM0ZpUDFhQmdkb3BJbWtlTVJ5L1g2Z2R0M3ZhUHRUZ2s2L1k0aG1OQUZyQnBtcFg0WXZXaWwyaG1CeGUyRE14U1BLWlB5cVpKcUNMdjZGeTZXSTdyVytzSDJKZ05pdXJ4eU1jTmsyZkRNM1NEN3c4ejRKUlZ5dTAwRHUwR0dxL3dFcUlYTnFkYnppU0x6TlArSXQ0UWc3SnFFT1VPNSt6VVlpZVdVTFVDdmZOODhiaC9PU2UxZUxLYzVnR3hZY1h2N0g2QmV2Z0ZRU3dNRUZBQUFBQWdBYVpuOVdOdXVlZ25vRHdBQU5CSUFBQWdBQUFCdGJTNWlhMmwzYVRXWGhYYnlETmR0Y1pjQ0xlNFJnaE1DSVlGQUNPNGxPQlNwUWdzdFVxSDZ2TDMxdjk4NDQ5ekNISHV2TmRlVkNmWjc3TXg1MXJINXVGK2ZsQ1B2VVEzaWQ1YXllY0lIUVcybVVLMzRZRlhBSDJjYnpQZmF4ZVVSaDZPa0JrZlcwZnU3OGlvZGthdkUwWDg0Rm5Tei9oR0RFNnY0UGowZlpJNk5RVmxwT3hZbVQwN2lUTUxCY1g5K2NKcE9WNTlxRXdrbEJDelBsZjVhbytGNVpXT1RPRmZaM2hGSWhrUFh5YStvZWJqUWVodWIwYmlaUW9mU1Y3aHdoU21OdmxMa1BWY1hPTUdwRlZSY05lbE9MQnNVQkUvTklzaTQzOTNRTUpEbHVsVDdoM3JZWHZETEFnbk5ZNWNvbTFPR2tSbmphcHJUMjFoSzc1aWVXa1lWSWptQ2VMYUVLR3M2aVl2MGkvSEJIMzJURkxBWkozM0FheW00NldwMTEyM0trR0VyN0xtRVlnVkFma1o4V2lSbHBhZFAxSmkra3llQlVVakwraHE2WTVXTm1EOE96U2ViMkUwTjV2NVZYMit2Zis0YnVrOW1rN1VtMWc5SG1EcmE1UUJjckJUVW1IdC9IVnROQkg1NkRYYXVMdUkxdm1Ed0IvUngwTFZUQnJMYXlEV2xRZXBVSkQ1c040K0tyWWYxaDZGaW9ZRDRVOHlBeUlhZ2xEeklENldZVGpHdlpIMzZZMnAvME1HenBjeHp2eTVmRVpRVVFmYXZXQ1NyMkRsR3ZjNzhCRVVuRjdQWXNkYUpDZlZhOTJSWHJ2QlY2a25iWDRoOWUvRVFMengrYkIrOGVqSFpYekZ2TWg4MTB2RWZLc3ViYW9qU2dxRUNnSDFIVVgyb0p3REcxWHI3V1VTMWZDS3gzaUJBeUxkY3crNE9SZDVmUCtlQlVpZUdOYmgrS3kvREZ2WjN2S0V5Tk4yeVg2K0EwUTlPd21HZjM2SjBFNFU2bDg5OHpuYnZtYUIrVEduUmlkQVNxYU1rWmliMEtOcXlzSlBkODcrSXZiVWMyM0pvaWRNNkptcHh1RUU1RFViQW8yNzFtajNrRkgyM1E0RXc4ZnQ1bFRlNkJvM3pQdnRvVjVzalBuM3N5V1d5RUJCNnRUOGhSUEZVbWlpTS9kZURONVZiYnhXNFBzODNXZDVjcWFDOG0ramhscWJBVUVoanQvL3h2KzRvZkhnZ0I5OEV4bW1ZUHcyY2pSeUQycm9yZzVCZ01CTUlKSE9IelpHalRtSlpTejgzWnBzQ3pPbHllZzFEeklta2M4ekc3U0haSFBOeDRWZVphdnZYZmFVNkZ2K1AvL0wvM2Y4Qmo2RmhObnh4MGMyZG9uZ24wWWVNQ0s5blZlcmlzY2RzN2Fpd0ZpWlR5ZjdqZk5TeUFZQ2kvVk4vMW9Ba0Z5TmRqWm4vVnpNQytVNW5NQzZ5cXlQL3NJL2lRaE52QjluMmVUYkFFb2FDVHh3eFJGN095Vy9sRGt1R1ptZXZYeWpZK2VOL0xnQTB4bGdHMzkvY3BOVGdRcDVRN1ovT2IwTWpJaDJrTEZMSFQ2bDZmek4xVUNrN0V1UCs2dDV2c0Z0TEdtczhqVEhLWnNQRFczWmhOVEZLWSt0aTVuenVvZHVxWXdCRTg4NSt5WmJtZ1JwZlRCb2hMZjNZTHVNWjBWOGZ1cWs5M0p1SmhPeGpmK0wwTzZSNHc2MFNqTnZvSlliYitYVHNURHJvdCs1Nkgxd2lKU1JsbjlWTm5qTlFLZDZXbXdTZjU3TnhhNlZsRHpualh6b0tuTko0N2VkeWFuZ1BKcnBwL0dtemFPOUVaaHFHUWhaNTNHOVpYUisyRm9sejZoa0hUR3lqVkVKRElNaGx3NmZWYks1dUF3T0J2L3pabndkRnZQYitlNTh0OTNrQmpySDhXT3RZOWFLQjVwbEY0WHBERzB0K1JhNFhxY0hVWVhkRDhmV1hBNWhzeW5XN2d0K05PeGxjRHFKQnVabFF4VVgxK1V2RlRtcXRDb1Qrc0d0NzFPNnE0U1E1Zi94L3NSZDJ6QWszTnIxeGs0aTE0NXFmZ0RKbU9QYkxTVXB6ZjVhQ0NwaEZ2d0RaRGtaNmhGcUR3QTA0VGRvYllwMXYyOFJhaDhNaThYVmhSWEYwM05MMU0xQjg4bTJmYkk4dFFENU8vdkcvTThpQjJiUTRHSHl3OGg5K2pMSWM4UEh4WWxoUkZMZ1RjZklRYWJXeEd1UUgwMFJBQWJNRnRpaUxsYVNRUE0zYU5EcHNYMEg3SVF6bnBmelZYdjFST0E0TGhYUW1yL3E0cVJ2cG1BQk5wUHkzR1EwM29CVTBIejlyc29EMFF2VHc4M1JmTkVwUGU0MWFVWitKZWUvU1MxU0doVVFsU2tUTWlJWjNncmhlQkdCYS92Y3Y1MDRZWFpkYWVhN015aFdmbEtQdlVUQkVvMmRJeXBmUHNha29HWUU4K2N0NjJaM3hodVJFN3ZwbFlrQWRjRGEzYWQ2dmhWSW9LYUE0V2RPd1VDeEdvVjRUeDFlUlJXbzZGUndybllUMHpPR01QUlpxTHdKT3AxMk14dzZWS1NRUEJFRlVITkJaNjlOdGdhZndSeGNwZlQ0c1VwNVhKczhBbUUxME9QMkZoVUUzZzVTVERnd29zb1VMZmJMalZ3azk5ZllrempxKy8yZWVxOGFaT2RQYTU1N2RtRGRPeW5senRXQmdKUzJDKytZVjJJNCtsTWJ2Rm5vYUJlKzM1SGRVNXZDaEovajgvWTRSV0RYaExJa1ArdmE0b3lSR3hyZUhtTS9FZG9sSHZITzB1RzJkNUpCQktHZFU3YTM4dHRwaDBLV1A1QjQ3K2NsRUhaRU9yWERqTC84N1RwNGk0S1NkbVRFZzQ0MjdLWlZKQysvWTlpRTVtaGNNZytWOTFXUU1HR2pJa2NzbUx1VW1ubVNla0JHOXQxcFJuVXpqa3V4U2RKY25IUG1NcURGVzFCNXppS3ZuamlMcnptZk41d0pTQUlUbkxqZWZjb0VRcVdkNlNXWlFQQThpVkVJU3p6SzFhbDZ2Z3p3QmQ3S1kvOGQ2K1pvWnFaZlVrTWdhNFNqamdaQnI5MjhYRVpkWTJQME5GQzl5NkNVYVFXZERRZ2ZBOFp2UFo0TXM1SWQwb20wTXZYQ1dURndLM1RiSDk1ak5KMG1GZzl2U2Z1WEVScnhNUDdLN1BjOVJJand3Yzh4RURON01VazZSMG9jRnlPNi9uRjhFMzc2OWxCZm1LTUYycW1YZW1XUUxkdUF4Vmo0eUNrR0NqdXFsbXQ1NlM2NHBsVTFnNGNXenRldmlWS1FFeDY2TTFNREtKdjMzZXNUdzd1WkxqeVpMR3BxU2tjSEE0QkxsZVRTMWUwTlowK2lLVmVhb054a29LQ1NqSG4rdnRRQXpsSzNWclJBWlBOa1hSejBqOHV0RFVsS0M3TURIOURkRDFKZUE4TXhJdi9rZGQwWWNnOXJHZ2FUN2RnSmZjRUtjKy9ldk40Vkc2Wlg0K0IybDdXMzNjSEVpOC9aYXRleHAxRXR5RzB2c3JtQ3hYMkNjZG13RzJxOWNlTnN4NkR4UVpyZkhGRXhHbVhKdXlkT0toU1JTQzBYcVRCZU14cDBCZjVUOXlMYTRrU2g4NXZHRi8vanZCNUJhUjN3L0g0QjZaZE80MzJMV0pMWDczS0dpN2hURVBwRmVHVSt1NGgxOFVHLzhhdzVMTmtzQ3lOakx6SDRqNjVZcTJFeENvVENuMW5rWW5tQXFqcy9LOFRqdXloUEFJWGdMU25uSllPaDFVQ2VqTmQ2d1lFSUdIQjdxQy8zeGZ5OTVsTUdZaVdNbi95dVJLaFNjT3kzeXl6Ly93UzRTSW85TU9Eakx2a0NLbnRnek5QYytqcUtRRElreER3WEtvcVI3cGZMOVhkUHF0aHhMNDFVSDUvT3g1VzVLc2JOaWhqMzAzc3NxSWlNV291MTk4RzBvdUVBblpwdXA0d2Z5M29FbkxxU05oclMwT1dwK1UzMCtxVXZVZ2M4dDl1MGY5dDBnN1lCSDNIRWxHaGxCYmlPZFFhOWVkWWgxY0xFZmxiTTVHZmo2VlAvZzBESjdVb1hhRXN1SG8wMVYxdkxjem1LZXVRWkRHa1BXM2RjQWs2ZndVTWdtV0pKM1JEenREZHQrUkJVMGt2YkRBcWFhdTdRN3VJNkhMUGs3UmhXRUY5REduVUdRSlptQ002bDNuem81V0F5TVc2ZUZtMlBVeEFXaHlsQWNNaitXN3BpMFRDYWJudnkrNG1XNlNWME51L0xlUGpIdk4xNkx6b2tqd2ZkTkhzcDFIWS8za1MweDZFY3Q0K1RCWnFIN3JmbDFvQ1A2T0NiTlRJTEhsMUVxcUFDZ3lkdXdWWERVUlZjTE5Vajg5V01xNUd5eXYrRThGNWFZbzc3MkNVTGNkdkszR3YzcHRCbTc2RXpkcnYvNWo1dDVXMTNYaGZHRFBHMHpXcWxWSlY0UkJoSTZIOTN6TmJhcnBBUGptMVZ4UGM2K1g1Y0Zob0NrVjBmYjdMODA5MG1RVHUvMjZNSTB1cTVKUnA2Q21qb2RKNGM1ZnllYzVPTndwTlZwamtNT2N1SVlLc2VvejZpNzhBVVhSTE1DYWFGMGRWRmZ4WXErRkkvTHVtNitCSUJjQkhySG5pakNwMFVXbWhUUVVpK0Y1ZjVMck5SV2g1R0o2akxFV2NhNExFL2U5S3p3UXU0MjJXZVpQM01qSnV0WUVoOElpSmpYSlhlWjBwYnFGMU9OaU5SR201SEVydDZkdVNvQXVwRVlwWXRMQ0xhWk5RRUp0UkdHYllHb2tpZ3RIWFhNN2lCcnZVM3QvaW1rRitCZUhYLyttb2lVUTNYZTRuT3g0S0hSRGxvTjhpQnVXeTA3bmwzY0syeTBXdEFkTEJoYzRhS3FEN1dSelNzTWZSM3FRek9ta2ROVVFXQkdiM2VYM2hCaXd1bklFanVXdXNvNE1XU25LWkNlcHpVekpaeS9PYjY1NjNaZmorZmt2ZTVmUGpLWnZMdkhpS081MytNY0NnRTYzZFFvLzdmdGZuMnEwaExuUDlWRGJ2eGpKQSs4eG00VmxVVlZJa1IyY3A3U0xtTlhOMzZhNmZjc0VUbjlqR3ltUHJQdUd0VmNkQS9CWWcvYlpZMEZNd0UyU0QrNGJsZmVQVzRwQU9ySnJuMllHeUU2V1hoaUN4TGtlWnNRUlNXd3YzN0hrb2hZNThwY0c3aEtaTmR2MzhRSDljS0orM1ZYMzFvRFZuM2FvWkhuYjdadkgrS2VSRUk2dVFDMjdFMldja2ErMHRDNE9qeThDU2VhSG5oSTQrTk50LzFNbkFBV0JIWTZvcTM2NnRrcTFhWGdtYjJJTXFQaU5Cb1BvZkdUQWV3S1ZPdjVId0oyUXo2TUdBQXFIZkg1L0VqV3VnN1FuSElyZ3FqbGF4bDlLUFpoYkpqNWFiZUxLd0pyTU5QdzMrZXR1SFk3TnJrcjkrMUdmcTg5MXZVVndWRjJ1NDVKM0ZyM0tiYyszbDVxWldUc25NYlE4eDBUY09KR0lsUEEzcmxSOVBWNllvb2tBb0M5QjcyaWhaSkx6cmU1MXp6d0FManFpUU5yR2JrbTZVSlpJZ2llMFZxMnRNL0thckIvS0RlZG5TclBsMDFkZ0pQdzhjTGdNRTRUdXF2UDdtN3VqK2lMUU94MHFyVks2Q3VTR0h6SVVVMVdHRGZiN0RtZmM3RWxMdkgveXZLZ2ZldzdSUXR3V21TWFZBNnRMNUlFVFptUkZJeU0wSzgrbDlGRG0zWUlqYmsxbzlab3FjMTh3RElSWlh5NytiMjZzV0NJUUphdmx6bUQ5L3RiSGQvRTRWS0lUejBXS0RSUDZ6aHo1dlVvUXVTeVBXSDBES2VqeUV5dXdwZkNvYjlQaTdyVlVYeVVRbzJaUkFBTTVITHJOd0E0NCtCbWdUVkIva1RlQTVGRVVBZFNNc2hMbEpxL1hKRllSTHNsOFRUekgvRWlKemN4bmNDLzdPbnF1OGRmT1JTVWZiSFJabitCK0didVF2d0huYlhMY0hjQ0h0VWRsWk1qY2lPUDNGckRwQzdPcjhNZFErVzAyczBRY3VxazdudCtTNmtEWjMvNWY2b3d6cUhkK3B4TG1RQVJLeDA5eC9FWXpxb2g5RHczK2lZMUpVQ1d1UDE5RVZidHlPWHFvdjdLc2VuL2wvK3YvMy8vbXY3Mjc2L0pWZWNTZXFkVnZ5ckVsQzY5MTZDbUI2N0cwK29RbGpvTW9ZaU1IVDR2dnlSV2VlaWlPUWRQVHRObnpLWTlob1RqdjZiOS9YbkFlci9Xc0hFY0lHTCtkc3VzVG9Sc1FhalpheWJ3aVozdlQvY2RFUUQ3cVJ4blhvK1FINGtITk9wbHo4OTE2RnpRbmR5bVFHQnQrMjI4WXZKblBLc1NkcERTdTU5S0VoZDFWSXFVUXRRK1BEWkVBVklqaFVJOHdVd2J1eTFKK2ROVFdTTTRyRzJpdG1TSnlOQTJydDRYZ2p6VkRXUHhueEltc2RYdkpJK1JVeFFJSUhHTDg4LzUwNHdaTmZ0Z0hwMHZzVGJDMTNhSmVjVDdzemZaeXFySU5DK2txYzEzVGtkWDBNMXBRMU5pRktkUml1bTRoM1dCRG96UHJKKy9aWkUxRHRoTndMRGNRQ2J5U3ErS2tYRk83TVNvTllSYzI0ZDlLaGhybUxVb3M2UFNJSDRHS0hObjg5U3grRllpNVFBRitBSlBtZlFtY1YyNE01eDQraFp2VTJmM1ZSMWN4VCt3ME1HeGdBTk44Y0MwUmdESlJ3Sm9LdXQ5NytWZUZWM08rRkMvbVhKZmxvcjMvTVVKWXVXcGd2cUptRTlqOTdzME1adk1pWGpLeWNtbklPN3VBNlg1cmY1UTNERmtyVzVYM2pDcythTmVURWdGRlJTQnVKdWgzbHdZQytEM1p6TDZ6LzlaTmhDaVUwbi95U2kzVEkzY1BPM2YvWjk4TEJzQ0dxQ0kxbXl1TVpnMTllKzlTeUZUbUFCcFc2UjhlOXlNdEdxSWNCR2daS2c0eUdkYVZtS2ZmSVhUc2diVjE2M2RWV0Rxd05KcHlrYTZxcDJxQlVsNlpNQXBWL0UzU2xlUkNPSldoaUZRRVFoRHN6QlpyZVFpQWpBVUFQMklrbEhDUjNvditqOVFTd01FRkFBQUFBZ0FpMjRlV2VIUlovTWtBZ0FBK0FNQUFBOEFBQUJ0YlhCaFoyVXZjR0ZuWlM1aWFXNlZrcjlyRTJFY2g3L2ZONWVZa0hnS0tTSVlvVUlHSFRxNEZ3cDZGWDlBUFVWRmFSMEVrMHJhT0tUYU5LbTFTWnBjY2trMVJScWxKUnJVUWdKaWNrT2lKVklIQjNjSHdkRWg3NXNMT1BnSE9QZ21QYkcyTjhUbGVPR0I1L1B5dklldHowb2V5YUVCMjBqblphUHovTlhRU1RpVkJZRFRLc0FkaVg5Z05NTlBaNGZQRFovSEMvS1k3YUlzeTVma3k2TzNRN2ZDY0FXdjRYVzhnZU1Ld01aRUd1REUzUU00U2J5Q0pRSjJud3ZkVmtuOTlQVXdWeHdmQjV3eUE5L3VBUWE3SUFwMlB3ZE9TZjN4WllJRDdRemdqQm1ReHdERFp1RG5WY0NJQVFJN3dmY0Z3SGt6RUVzQitzZ1JnVHl3TElDVjdJdWhmZEh4RUd5SWNTUUpGSkFzQ3ZyN0d1L1NMdGVZVm1lYnFmYUt3b3BOdWxacE5adThEcmljSXZFSDNOWUIyekd2eCt2NW13elFUendDSWttaUpZVmRleHp0YVhRb3VOT2ZSbUZicmRjVW1ubERzeVY5YWF2cnRmc2NreTRVTGRPaFdiZVR5d2ZGUVZGU2xaeGtGQWowSitlM3B4K1RlamxKTTAvK2tVOXhPWm1MN25GcmNjQnBjbFRBdUVCVXRHVC95SE83NVRrVWFQVUZlL1p1Ky81MHVVbExKZlk2eGhxNTNvVGZFWFNSL2FRM0lBcWlJS21Wb1JBZk9EZ0NHT3AzWUdPZEZwdHNyZGFKSldoejFmRE83UEVHalNpemZYcFpRV09QcW5wVm8xdUYxdVpqbXEvcFpZVXVQelVHd3FZWFg3a0pPUGRmWlZneDFpNjkzZmtFdllHQUkySmVKZ29ZN1hPZ3M1NXZyelk2NlR4TlZIaDlmbWpIRzZ6K1FkZVdXS0Z1ek16dm12bVZ1TjhOeFgvUjMxQkxBd1FVQUFBQUNBQ0xiaDVaNDEzaWMyTUlBQUJUU1FBQURRQUFBSEJoWjJVdmNHRm5aUzU0Yld6dFhGdHYxRVlVZnUrdnNNeHp2SjZ4UGZhS2JDcXlJUzBTcWRKdWdOQTNkK01rRnJ2cjFhNERwRThVS0VVdExXMEZyZHJTb3RKS0lGVWxlWUFXQmNHdllUZkp2K2hjN1BYZDNvdXphVlVuQW8xblBHZk9uRG5mZDg2TUIyYmZ2dHBzY0plTlR0ZTBXaFVlQ0NMUEdhMjZ0V2EyTmlyOHVaWEZHWTEvZTI1MldkOHd1RE1MRlY0U3lROFE4V3NyMjIyandwTVdubnRQYitMeTRhL1BEMzkrTkFONDdrUExhbUpwUFBmK2xsbS90S1IzTDFWNGtXZHlsanRXdXpzM2U4RmNzemU1OHhVZWlyTEdsK1ptM3pYTWpVMmIxQUJaRmtsTmRaVStpVkRtdVhrcWJwbUlJUzBYU1lzS1Jkb0F2WVphdldNMUdyU2ZLQ0FGQWFSNTFSZFp0VUpxU2o1Vnp1cmIxcGFOTmFpMTlUcWVPSGxOb3VMT1Iycll1K1FaVWNGRzNiWTZweHJtUm92cVNrVzc4aGJOUm1QUjZqUjFHOWN1ZDh5V1hUUHNyVGEzYU5xMlZkczBESnRPNmwydmVONHJ6dXYxU3hzZGE2dTFSaCtwdWZCVUFaNHlzeFIrS0tzOGQ2NWw0bUt6eVhObmpYVjdTZTlzbUdRaHlRSlpiZi9qQjZTVHYyTGV3bW8wZlRWWXk1Vk5vOGxXV2laZGRMUDFrWFdGMkpZN3ZiNk81MHFMYkxWUHIzWDBLN3pUcFdvMXJBNjEwa0FLNjBEcVpFLzBpbkUxWEZYYjFOdUdWMWVpbGRpeXRKcG9Ba1RKOWJhbHBhclZhbEdiazVFN2VxdTdqZzNzOHlZeDZFcCtQd0pRRXFRRVYwSmxXWkNBRkhhbmttOElxaEJienJCYkJ4YjZyTmx5WG1QbEN3TmxxRzArSUV2cXVoVHZ2Ri9WMitTWnRybDFSS2d6N1pyVk1OZndPTXpLbnNHcHJpdllyNGczRWdFbjF0ZGxoZnppdFRQVzhUTUdLM05KUjZCYmRQUXIrU2FGUnpVdUc0MEYzZGJ4WkxmYVJvZWh6L0ZwciswZHcyb2Fkc2MwdW9QeU5sZHRXRjFqalpsanlicHNyRmh6czlUc0VBbWlTaFFLbXAxYUhlTDFRQ2hxZFZkQWRhdmprMVF1eHl3ZmxUTURGUUZwcWhJV2RJcTVsVkRXUUVTQmVkb1JBRUdUSlJUdVdLVStnUVMxckVSR1hFZ2JzVFJRdWVTYXhpdFNpMUdMMSt6dGhqRWdqSGtESTNEWjVsWmRzcnZJdUEwM25XNnRPUTBRUWp3aWJVTklFeENrTk9ZREJMZllNSzVhVkhLRng0cXRiR0lmYlJuZHJxc2FIVGtJTFBYSWdZV1hIcXV0RmNDYUtyQm04a0xXdU1BYUYxZkhDU3RWQllLazVnR3JjaTZ3a3NxS0FMV0VlS1ZJVk5jamhSWDRUOElLVGdhckdRZ0VGSXNGZ0pjamFuRzNNMUhURXdMRWtZUzRuWU93VE5Sa0psWUtCU1hHandvVFlsMWNwMnBpcDRYa1RoUERVVktsbUdEbW9WSUdTTkNjZGtrVFFIcXdBMkFvV0JLcU9tcFlPcE1wWUprN0xCTVJGZGtESmdTNVJEUkZCR1FBS2ZKK0JvYWlDazRUUHRtNTRyRHdtVUpVMHlRaEx2b1g4RGs2K0NRdy9JZ1lHaWNnalJPUGpqOGM0Vnc1bjNBRXdaSGpTVVdTVU1BcERrN29xSkpFTlRiK2o1Z2t4Z3NaTlVtTWxaS1ZKTVoyeWtvUzQvWE5FWlcrclZrc0tsVUY1WVhLZk00YVUxR3BsZ3RJNWcvSjVBaVhqc2toNFRRT21zWUIwL0ZqU1VNNVpZeWlGK0YwczNWbXpkQVRnQVNKU2lpSUpoeTZKUHpqdzlRbzM0RkdCbFFtQXNnWEUrYjVvcWl2S3pJZHhldWZlVHc1Tk5SaUJ4b0tWK1RqU29LQllZaXJKQkMycnFRSTVRVEN3aThEZ05RMEc1T2g1eHRXL1JKSFNrd2h6OHd4azNUbnlIN29XSnQ2UjYvYm1BN09yTkpOMDZMZU5CdmJGYjczK3VuQnE1M0RuejQ5ZlBrTno5WE1qNGtIWWxWZForUTVSK2dKVDlneWxyWFIwZHVicmpENmlhN0NZdytxdFlrRmlaM1pOeWhxdEhhYlcyWXZWbGVaem5iYkxSNzh2WFA0ODZQOXh6djkzV2Y5RjUvdWYzMnIvMkN2OThPVE4zdDdzeVc3alEzUkpuOHhRYVdCSlFaVkFicjdpRDQ1L254eVZOWURZZGJEUzRPUXN6UUtXeHIyZlROamF4eElSS0JVRmxDWkhSYWpJWVFrSkNJTXhKNEhnWUVJdjViUVA4QXBkdWFyQ2tBTERnK2hwQ2taTys3NEFkazJRUmFBNmhDc0VoYnBrV2xvQXFsbWNQbkkwd1I0TTRqVmhLb3U0KzJDZ3BnbWFsaVRhdWIwRjFLRzl1WVJXTTEwbDBpU0ZiK21ZbXdvVEYvT1ZOdlBwK2hRalIxeElkT0tTZXM1SWpaT3hRNC9uem1sYXVZYk9aMENVU081ZHd2T05NbjlCYXM3aVBaZWZLYjVoZmN1dFRpTjV2UkxmemQ0VDBBTDNoT1F3L2NFdE1nOUFTY2dPWHJFaFgzb0QvdFl1bGxQaVB0QUFjR3dKRHRMNW9VbFdOWUVrUHRwSzhpTy9XNTRxcnVwN1hDeEhvWnpiL240OHV6a2ZBQ0g4NkRob1J3eXZLb0lDVmFIMkxNMUtmV3F4S2pad0dEV2tqdHJTU1Mvb1ZtUGxpSEljUm1DSXpjbFF3QmpaQWdzTnpqWXVkVzcvVWZ2ODRjSE4xNk5uaGdFUHd1dldMNGFtcVlGVXdmdEpBQXkvcU5ObGo3RTgvdVFhUU5CYjF5MFQwNFlodW91UjZJTFNCWVNQNEVjUkNSUFlvUWQySkJrN1dmMmRMWkdBYlpXdzJTTndtU3RabkkxbWhKWHU3dk9ncXNMcmo1V3JzYTd1ZDdybXdlUGIvWnVmM3NFWEsxR3VCcUtKd0VjN2ZOTndkTUZUNGQ0V25ONUd2dFdLazFEVlhESXdjOFlQcGFXTlZGUVFVSkc3VnkyR0oybEZTQU56OVBrYUdzRW5nYi9UbG9XbzRabStSZ3pOTjdsSW5lWEd6RTBBSUtjYXVaL0JTMkxSMDNHdmFlLzlMLy9pNlhQdlR0N3ZZY1ArNzlkNnovL1lnSktoaEZLTGg4bjl6cHduSVIvVTBRNEorSmpjdWRrdlNkbFhycFE5SW40OWFBbWJ5NVdBMVFNUTFTc2hwa1laakV4eVZXR1ltSk5IYVJwU1V5TVVwaDQ3TE9OL3gwVHEyS01vZjFNTEJkTW5NM0V2Ly9ZZTdEWC8ySG44TnIxM3Q2OVBBa1lLTWRJd0M0S0p5RGdOQkVGQVUrZmdLZVVDanNYdlFvQ0xsTGhhUkJ3Ly81dS84dW5CMDkzZTYvdXYzbnhWZS91enNIalc3MDczK1hLeEVVcVhEQnhma3dNeGFrd3NYdTVyMkRpZ29tbmR5alJmM0J0LytHZi90UGlDWmdZaFprWWp2YVBQd3NtTHBnNGxZbmhzRXlzeUlKejd5K0ppY3V5SUViK1VhL0R4TTdWMElLSnM1bFlVcU9HOWpPeGlvUnlFRUVGRTRlWitQREh1L3Yzbmg5K2RyZDMvVWwvOXhrdTdIL3l2UC9zNWNIdWpmNzlaN255c1hTY2ZPeUFjcUtQZE1raUNqNmVEaC9ULzFKbzdxMS9BRkJMQXdRVUFBQUFDQUNMYmg1WmtnVGs2OUlCQUFBa0JnQUFGUUFBQUhKbGJITXZjR0ZuWlY5bWIzSnRZWFJ6TG5odGJLV1UzVXJETUJUSDd3WGZJV1RYdXZSamJvUFVvWlBDUUZDMitYRmJ0blFMcHUzWXFqanZmUUN2ZlFkOUFORzNFZHhiZU5MMU15eGpZbnJUSFBMNzU1eC9Ua0k3ajRGQUQyeSs0RkhvWU9PUVlNVENVVFRtNGNUQlYwUDNvSVU3eC90NzFJM21nUmZESDRKQnU1R0k1b3QwVmtSUTd4WTBMQU9qYXdmWGZCZ2pRZ2l1NnhZZUZRdDlmOHRDRXhZT3B5eGdTUXdDWmM3MzlSdllWYzZFS1E5akIxdVpnRVhraDFHZitURGZscXpSMW1qbFJkZ04rZTJpWlZwS1BTVFRJTVR6RzNZTzBuckZhZXB5SWR3Z3JqZ3ZZNmtzeUF5WE0rYmdRU1Q0R0tNRTdwMnRzNjlySUZzTFFab2F5REsxRUp5K0RtcnFvYU5TeVVxUjlKeUhUQzFheGxMVkZrWTNqRSttY2RJWEVsNG5yOWhmSXF5Q2dEcjYwWDI0Ym5kN0o5eHNGTGhWSm13dFlWWlNMRFlFWEs3cWVqTUhKOUhkRWpBcUNmeFpqdFlWUjJsMzZzMVZoMlVzOVF2YWFzQ2Y0TnpnQ3JoZXdNWFN3ZDlmYnorZjc2dlg1OVhIaTlMbkJkak9RTm5nRzBtVTNvQmFlaEYxU28xY0NRNXBFQzhGVzUvMlB6VE5acTdaMmwxVGVYSGdnbGE5bzZjaUd0MnBaaWJCZEZ0cHlreWVnTFFGZkRrUmZDS2YzbXFlWmFLMW1TZy9FK3F1OU5LYnNJdFpESzk2V1ZWR2tld0hpOGhoa0hKWFZCQzRodG1ML3d0UVN3TUVGQUFBQUFnQWkyNGVXU1R3Mi9nNkFBQUFPZ0FBQUJJQUFBQnlaV3h6TDNCaFoyVmZjbVZzY3k1NGJXeXpzYS9JelZFb1N5MHF6c3pQczFVeTFETlFVa2pOUzg1UHljeEx0MVVxTFVuVHRWQ3l0K1Bsc2dsS3pVa3NBYW9wenNnc0tOWUhpZ0FBVUVzREJCUUFBQUFJQUl0dUhsbDJ2MDRlTEFRQUFOZzdBQUFKQUFBQWRHaGxiV1V1ZUcxczdWdk5idE5BRUw0ajhRNld1Y0NoMlBsUEpJZXFEWTJFMUtLU1JIQmUyK3RrRmNjYjJRNXR1Zk1BbkxraWNZTUhRUEEybGVoYnNMdTI0L3g0SFRjbGpaT3NUOG44N2M3TXR6TzcvdEdPcjBlMjlCRzZIc0pPVXk2OFZHVUpPZ1kya2ROdnloUGZPcXJMeDYrZVB0RjZBemlDSHZrbGtTdjRKM1VBY25SODFaU0owbHN3Z2szNXpIVEJsU3k5ZWQyVXk0UjRabG5ROENrL1ZJeVZXOWpHYnFoMTR2U2hIV2lWWmlXWk5CUHNHbXpBRThPQWpsOXR5cytzT29BRklJZVVBcUZVWUwxc1dSR2xSaWhsSFppbUdsRXFoRkxWYTJXOUZsR0tWTXRvbUxGV2cxb3UxU3VOcVZhSlVBeWpCdlVwcFV3bzBLcFdLNldJVWljVVZRVldwVHlkajBxSE40MmFic2pLck90SzdQdFNSSUpnSlFaeU1TWVhZQnhJTHpBWXN6c0FZOWpHN2dqNDByc0pNb1lYd0JzMjVhUENvcG1wUmh2WmRxalF1eG1UMGJ2WVJpWlBQTTZLOUo3R0s3eGtLZmFOQUVtZGMzeE9WNG5INDRtY0l3ZW1Ta3lsUGtEVUgvaDBKaVh1aUxGSk1uQldGeC9xWnVCcU5DbzNGcW1lYXNwTU12T1U2OGZPYlRFOXpCMDhjV2pGb3FMbExjQ2dLRXNkYUUzWmhJa2NVdmFxQWh6ekU5NE1PQW9pNHlGZlpEdzJLVEsrejgwKzV3M2hVUGNGODBISUd5cEVxcG1HU1BXNlhoNVdxa3NsV0xPS3NMRVVoTEFScW5xaGJFWjlzSjdySGxCZmpaWkw0UHZRZGRpUnV5ak9rdmRERnpmMVltbUg3RjBKZmdia3Q4Q1lTckwxbFgwSmJtTko3ZCtlL2IvbU9zTXhTdVJhNUhwWld1UTYxN25PMEVBM2x1dlpiVlFqWGZ6TU1VOWNGMTlKWGZRSjBuTTZVNm9jVnZmWEZON0RISzJGWE1PRzJSNzB2SEVHMEVVK2I1MC85dEVCVm5iaWxManQyMFNjT2xaY1VhenpYTWgyK0phQ3VLc2M4UVVBdUNiM0hnQ2FrdEozdE5PSnJ1OW9UOG9MeXJaeGV5TjNLR1A4QXdXQUtETVJYd0NBYTNMdkFhQXBLYjFFNnhJYWRzVkxidHQ2eVkzRTF5UUdhdFhGdFRLUElsRTljcmQvMk1hWlZxQWxKVGlIMFdzRUJGS0NJeUNRQXdnUUhuOVRvZlhndGM4bTdDV1puWEo1MDFvdjY1cVNadmpobzNJMmZjbWJDREdaYlUxbTgrQlEyYldsU09jK3Y4emlLVENHR1Y5dDVrOStock5ZUjlnQWZaZnV6cVFMVEF1bEtrdW53MzRiK2RIZmhFK0Zsb3BWOEswUUhTWDhVdWoyejQrL3YzL2VmZjE4OSt1TDlQejIyL2NYM00rRzJ0anhneStwenIzRTZoa0xTRzBiOUZudHByVGxrUUo2OE9DdWtQeDIxYnJXa2pldHk5YlVUTlk0b04rd3RXeWVjcGJHVG5tNnJqV3kyZUdnTVVRK2hmZ1M3bGwzei9TSlhBczdrZmtrUHlpYjdRWkkxU0FiUVFkNkh2T2w2OS9Za1BjUWVwVldnVlBJNzYrbUtmejVCOXRZdm1zOVBFWUdxWGVqd1BUTUtGSWJlUU1hTGM0ODV6Ump4VFRoOUhobGtlbEFHL2dJTzk0QWphVkw0QTlvNHVmQ3c1dnVLYTJsd0wySkJJczh3ZTVrTkpxVnF5VGY5ZEphd0xieHhJL2tTaXF2c05tWVRKa2NzWmVEdkRMRzRWem1JcE1JZ09Rc2g0dURNVU55U0NML3dsKzA4L3dEVUVzREJCUUFBQUFJQUl0dUhsbm96bVdnT2h3QUFHQWNBQUFOQUFBQWRHaDFiV0p1WVdsc0xuQnVaMldaZHpRY1g5akhaN0hJNnFJVG5laTk5eDY5UkFsUkkzcFBDS0l1Z21naHlxNGFMWG9uaUw2STNpSjZXNFRvdlpmZzNmemU4LzcxZnM2Wk8zUE8zT2ZPdlhlKzk5em5PeE9scS8wTUQwSUZBUUFBVDAxVjZUa0FnUEJSMXhyWWFLZ1NuLzgrRFhWNjVLRnE0Z2tBWkN6L0RwRGFjK1lqQUtBaFZsT1NOL0ROM004SzlpS3hUVC9zeU1Jb1ZjandVbFNNL0tyV2pJUlIxSVkrVlFsRmp5VlJOaWRlKzh5RW0zUytzL1dMS243bHdBUWJTWTNWcG4zUU5yN21NV3dSNWZ1aXMrNVloQ2xmY21ndmdsTHFCOFo4Z3kzaU01QkVtdkNqMTY4c0xFdnphWU8zejk1WGRkV2IrM0UxM0FUTER4aG9rNXNlYjV2TGtINjdKWVZmL0pDYkZadUJ0T1pDVk9FUkViMnFQOHpkUVVKQ2JyaENodU0vS1VqVFN4MGNZaUZhaGtKQ0tzcGQ1MlJ5YTdDVkpCM3Y0cDNOR2ROb0M0cU5TdHNoRWJOdFBWUXRNeHlEODlNVXp1Vm01UE96dHlzSXdkZGk2dFJRUjFUc0NPcWVjNnRGRWxlWWhBa2p4d3FKdHAwdFpKUzIyay9MamMyalFJeW90aE1vSms1KzZ3OUFGMXgvWDBObmNQcGhIQkRUY2liaWIySHZQS0c0TzBLcUUyTXhzcEo5UXpDQmFPc1dBamNOMG5CVm9GVHMwZUExd2pDNndvUTB6am0rSzRTRmtZMThCYUJjUVRTMytsWGg5Z05BRlBoNFlWL21NMkpYUkp5R2RVY0lMczVWU3dwOXJnbmtBZEZaa1F1T0hzMEFHNkZpajZkeGtRdDdQdUdqMGtFN3VuQkdZdWluakovcGh1T3BoQ1RLdWNsQmwwcys1RHhtM3oxV0ZmejkvUjk0T0kyeERERzZubStGWUNNR2djOXhBa1VBMFNjMEViQlFqL3hySTNBT2hLajdBNGZVQ2hpQnBXWVNyWCtHVG1TQkMrSXFLTWRRU1d4MlpjVFdBNVJKbUtTS2ZQb3hWVGxxNHNaSUhZMlVYLzkxZEhRVTl6c3I3clQ2Zm52UUVueVNsSDBrSmVzOFhRNjZKWldYbThJdm5JblFKU05HM1BvQ1A0ZXdveFRrNkJua2RaV0lQU1NOcmVNQmlIdGs5NnNURUUva1owNzRvUGowL2xSTFNhZWFQTFl1emtMb3FSOFBOalJmeGVOb2tHdlZZSlpFVzdkWDJVU29MSTkvdEwrV0JqOFN6bTBxOGlPb2JjSDJLN1B4ZlJCZ2thUVlRWTlSY1lIZHlob1p3M0lCOENJNGR6dXh5cUdrZnJ5SFlRdS9GUktlL1hERGFpMDgxYlZwVk1NRWpyeWpzRmFFWDVVcFBMd2V6Rk5PQUtXeEpad0xBT0lPamQyN0ltaWRaUjA4V1dRODRpVWVnVmR1aW5jaDB4ZVZ1OXo5Q1Y5SDFZY0hUTmtYSDY1eS9CVnpkZlgxSi9LVVkzam1nbFlReXpxbEE3OVJjbW45bFM5VUpoQ0ZDcXM4dkJyS2dBZStid05UaGl3RjN3eURjVXU1KytMcExOc0RydjhzVUc1VTFyU05wR0tqRk1kUFUyQ1NvdmFqQVg3dmRscnJVOVZJa20rOThEVGUvWDdLbldmTzkrWnNPMDNRdnZEclZ6UHl6NnhVSXhYWlNwb2JiMlpZekhpY25qM3J1MXdPRHE3YmVmUU5sTnJyT3o0NW1aeVNJanlKalBvRW9qWTFuaUhOTFJuRWcxNG1xMTFRWjJLVEZwMk5WblhSckl6VTZCVFdRc0tNT1k1cjNGMWh0VW1kSitEeWxvcEw0MUVhdVl5QzBoQVExQ0M0aWFLVDNUUnQyYklkc0FBK0dpKzR4QXQ5UUFaelhRaVlIczVtS1p5d0lGMDRGa2JJTnJGQ1BrNUoxWDV3ZFhYVkw5VGtwNHBURkU3ZG9xaDJYc0YyTEgzTFpHV1hKVXc0azd0RFdyZGZJdkpiOVBDSWN4SE55QTE5bUNzQTF4WGRSNkFGTXZJbkwvUXhPejVmZmNVcW5qakVsVS9TRTYzbjNtWmRpTHo3ZTBIblZuRy9YT1VPYUsxNHlQZU93a3J2QlNpT0Q3NHZRai9GMjJEWGlxUkNHc0RybU9xbFQyZkx1U3MwNVhPWDNUN0ZzbG5wNit0YldDQ0xxNTRkdnFNd1YyS3dZZy8xL3ZTT2lReHA3VUVjTEI0Ykw1YW1DVmk1L0thVTVNSm55OEdrVjhJSXgxb1V3QmtNWlZzaFFVclV1cXlGYjVScGtqVzN0RVNtV28rMzdDUmVYaWY2VEtaSjZ3NzhCYkx6MEJCcVlYV2Racy83Z09IZGx0b1gyYnJLUkorVzdIUksxWUd2bU5mWElJYjZ4cGpBaDhTYUFqdWp0ZmpBMG91KzBRcUY3N1ZubW05eUpYZ2JLOFN3YmwrYThEeHRaU2RYZGVVRnJCNlJrK1ExOUc0OVVUdloyTENybXh1dTNXT3JtdHkxazZmWGd6RTZiREpacEJVSTdPWnhZUVR6MDRFU0h2bEtBUWFBQlFaWW0wRnBYOXJZanIzSVEyblZGM3hTUC9IWXdlalAvT25kNWJLLzFKZU4vL0RjSEsxdmJQVHgva2RwYWJxRU9lWGV4NC9Tc21iK1hFMzBIVm9TZHNpYWhRMFgyd1NjTWpaU3lUcHBYZEE3V3QxcTdkOGdHVm16Rmh4VjViV281RnFqbkJSNWhnUmlDMXMxbFlNbVBQYWNpZ0c0OTZFOTBBUHBialVBQjNtNk9uOEhCcDVyMTZVNmY5VVZLY2N4eGtvcUtTdmJSWVNnMXd3NU9qaGNiZXNFenk4dVNnMGJFdUM2Z0l6Snc3V3NvY25QSExZQzVSbDA1VUJwS2JiVGcreEFVdHJjd2lSa0dtOWFqZlJ6dFlHUkw4Q1RyeW0zeFBVZFczYVFMbERxcDhHZmx6OG5KazU3eUMxcFpJUCtYaDJ2YVdscDJkV0pNLzFEa2ZCRGNuS3k0MFFoQ3l1cmRvYkkvdFJKSjliaVFmTzZDdkJ1TDZKb1hxa3VWS1RCTndqREZjWjlPNG1YRXUxSlY1ZEx5RkkxMjQvREh4K2V5ejZTRXM1bGI3VGVRQ2hLSndhT0p3QTNSVHdSN2xleU5IYWpCdXo2M0RSQXFjT1pvUGhOSXhXME1KcnBKdDY1MTJxalhBWlhuWmhXVVZGUm5DOHFZd01iWGxZWWxVM1pDT0NkNHRDSTZTNDl6QTJ5ZjlCbmk0WFdUbFYrWDFKUk4yRmtTMENIUG9LT2tLRVpvMEhSYmNnQVpsZ29LSVNjRUVOWkJkclA2cWJMOG9WUHlERE4rT1hMbHp2L2dkS1pwNmZuaTRxWGhrWkdJcDRidy9MVXUxN05uZjREajl5ZGJQdGZSOWQxdVpqT2FGTDlLc3VaZGJLemxmbXpPbThNcFBMdW02ZTBOWStld1FNUWNMTUZSSTV3YTcxQmJzdXZMT3prTUVjekNtUjYxNlFDdDhWbVkwUEI1QTNsczZ5NU9qNnpoUFMvTjFFWGd3RnRsOHllMjJyY3F4VUY2b2JoNDVLeUFuK2x4ZDJSclJFUkVTd2FzTmdUMGVOQnJnTEN2WGJqUmlPWnJsTy9SbW9vT0hPTU13TUR4Q1BlZityUll1L2JSUCswVG9RYXB6aEg3WmxhSDJOYW5HUHkzclRwdGJNbzVvU0JiWjdZKzVOMTkrRGJoYVNuT2p3V3JiNm5HeU9YaTU0Nlpvc1Uwb3BCUVFuVFgzL3FZNjZMTEl3UXJUZEs3aHJuZnV0RTJyRXZwT3laekJyaEd2Y0lCb09BdTRpaTBHOE00Y2szNWRCQWMzK1RMRWVDYW5Zc1EyRk51MHE2cDRJSHlFaERuVUJuOG81NnhVUGtpTXZMVFVYekM1aFJ2WlU1eHRPcFliTXBUd1Z1YUtqQktTeDZmWGh4Z3loN2FhSlFLME1tc0hsc3M4NllLNytKaHZPd3psTGliZlNSRkJRYk1FWUg5b3lBbGRmcFZuRm1pMEVZVTFuMDN4clAxOGEySjRwODl1Zi9IUHRPVjVxM09FMXhoSFh5RGFKbkx4aWY3Y3d2NnhTN3JQVjRQdHlmdm1nODNINllSeW56dUkrdXlyakd1dmppOFJOMGtZYnFTazZGT280MU5UYVMrU2JQemRYdXlKbEtjMU1qSSs4RjEwWno5NmhLb2pkdjNueElxTE1mRzgyUzlQbUorWDhoMW51bHhNcG50empxUHQvc2FRclNNbi9zL25iVHNIcEgwZlVaQUpUeTllQkQ1OU9tN2t2dlpzd1BXMDlIajJRT2RGRzdEVTFaN0V6NmtETExCeHFaQURFbXB0YzdreVh3eHV5dEY5c3pVRTc5bE1vRE9xZS93ZGNqNGo2QlIyWHVrMGNFMHVTc3F1VUR2WlBmUDZScHZ2MXlmTkdoc1ltamY2QWQyN0hscGt2eUowNFVLWVphWFhWak1pMit4Ny81czFtZThnWmZac3Y0N3hVbHlkWmVmY3BzVFlHN1d6WjdiVCtqQy93V2NIMHkxRmFiUWQ4MDdoQ1ljdUF3dG5DRzhMVGMrNFQyR1NkTSsyR1plR3VOTWt2N2NtZFo2a0xJaExJcUJ2M29mTVlTRG9kVDQwWnNaZ2NIOWNaU3ZwaDd3S3UxWUxIOC9sQWpmNG5jMlRWc1A0Q3MwNzBmV0xqV3NtK1VlTHVia2E3YUNGbnB5QTY2ZlBoRjRBeHZwU2k4SjdjTXFLbXVQaHA0bWgwYkg5OXhjeDkrUzBmbk5EV0pGOUpweFpjeGtoMThmMjN1ZzdjdDVidkVTbzZMd2FET2dBMHFjM2tqQnlMVW9IcUZ0YXRDYURWT2ZZSG1zemNGTWZhUVFUcTlUYTVSaXBVdXo4K0phbnZQeXF4eXcxbjRFUC9UaXh3YkZHNjl1ZXFCMERZV3BWdHA5ZHMxakVURWxuTVVkWTBNUFp4MUtHeEs4aXExVkozWWlPSmxMZTNBUDhPdXNVUTI3NS81VGpRL3BmWGJ5dDNsSG1jT1hmc09nOEYwWks1dERoYWJKb3AwNGxFOVBXTlF3S3V2MTdRckJGbC83UGZqQktweklHQ2NYMy9DdTQ2SnlzZ3R6bGc5VnNYQWdNMDArQWo0UWQ4SEFzcUpPTzEzWEJXaDdPcDdnU3dGRUlZamllZjBxZ2ttTzlWeVIrWjNmMCt3UzA5ZXNQVFRjZHdlQkNobDZMVi93SkdXem5XWU9SWldrMjBLdmo2SDJmNzZESU9Kdk83RlZTL2hHb0xidW93UDZlSkFEQmpaUEdyb294ZlN1T2E2YWlqUTBLWWcrZDNPakcvcEw1NzNjSnFhWVJPbm8rVjFGVVJLMDN2NEFjRHUyMjU4S0FIaUZVZ3RJY2o5WXJHQWpGN2s2SldjZ3BLSWVDWW1pY1pmMzlhUGxBY0Z4aWlKVG1VM2VudHhwbi9CL1lSdi9yMTZaNnlqbmJRUVZFVUNzNjJycTROem1kUzZ6TldTY2hyaDlzOFNyMklEdW13SkZJUEt2dnd1WVl4RTJBb3VpMkMxZzVqV1pDMFpiWkN3Ukc1b0tEYVI3M2xiU3prQUZrT1ViV0prazVLN3hIU0RRNWtCWWhEQkV6RW96bXdQWVUzWHJrZ2N4Wms0WTNmSm9QdG9VOGZXMVUxQXZNZ0JWZUxwT0U1UnQyV0gvMmhnRzdpcFJoZURRZFZNaGVRVy9QNkNGb0t0em05c1lzZE80dEZwTGRQZnVlNmRZYU50WW8ySGpTRkN2TDR2ZzRRWU14azVZOVNPLzdFQysyTk1BKzV4Y2cxaXhZeGN6eis2SklJdCtZMnhTRGhKOElFcWhHdGlybG1iT2VWYlRNMTk4ZXo3MVlnTHVxNFhnZEVaMlNiNlNXTkxIV0ZSR1cvYndHbXRpeGlDVm9vdlUrWWJIbUpqMzdaelh1dU43UXk2d3NFK3l4Skt6VlBORFErdHlPY09tbHlLemVjZGw0R2xYZzk4NjI5Z20zazFodTdjVXlscXpodG9MSndYeVlCOWhzVXQvZjVjNHRkT2ZNZTVkbHBxbjBJUVlxN1FTV2M2dmF0ZFd2aGNtZURxWm1HcE1maDh2akJlWGVSeVFYRElVMitvcURrL2ttZjU5aXhQV25JQ3VCcjFOdDdBRjl1ZUsvdzFMRGpMYW1RalRDYjk4N2pZdmllOVNkWU5Ia3hDMno1NGswK3djWDdRcGhxNy9reWFreXlRVHpjMlY4OHY2S3J0Y0t6TWpwZW1hYnRpVUN0aDBVSFY4SG9yUTErYVlqcmJmYTc5Mit2OTFYSmhGdUJsd3k3VnhMK2dsVnV2MDdTOEVjRDY4czN6OCtlYi9zK0NwRFlJeWZiWjk5bEdwSkxhWllkZVhPc05iUEExYXBWLzUzb2Z3c0w1Q0hzWjFXbVZTZksyeFdOSDIxKzlkekZrNUlYblBHcmNaalZGbDErZmFkVDFSSmYzSnJiQnBBdTRDMGpWU0F1ZS9GZXFMckhLbUNaaXJPL1BMUnZnVFZZdDM3clBXZmVFM2RsdkZWdnNTRjMrM3FrSGJpNHRXRldHMHNieFpQM3p4dVBuZGVKSy8vV2VlcFpZK1p2NWsyMFJ0UVZmQ2ptTjgxKzlUTXJ2U2NkSmkwdDQ1MmxvclR3QXE1SFZLV2ZyYktjZGpZd053MlJtVVBGSDFxa1pzMFdUN01CL2swMmdtOXI0TkIzTHk2RHFjR1ZqYk9IS1NzT3gwRDNxS2JlN0ZaZEYzQ0VoNGp3NEs4T3c1akhBNFkxbW4vRlNWTExSdmdMNThTWVBTNEwyM095TEtyTWpxbkVnUUF0SWFQUjhSd3VOVVZKUEZ5UjNuQnRBYkgwcnVJdlVKUmxmWGZzaDVPYUFlV25ZM0J4TXdkQStkRmw2a0w5VDkyUktJOUFUdjZxWWJYdTJzcXlLZDNqaHNia1hIZUJsd0Z0UjlXeklld241YXhCL2NoSnU1QTBraUVwcWNFcDZOSlFZK0p4TmFOejQzenJvbGRjOERjQS95b29UOW15LzlEWU91dDN5MXBsZVBzaHUzRWhNbmVwNkh3L2pMV1ZUVTNobFlldElQQ3FTVXVtK2ZZY0R3SHJDNVY0aHY5ekJLM05YR2taMloydzAxSkR4UzJTai90K0MzLzFLWEJkQ25PU0VVeDg4bzRET2UrWTZweDZYOXNhTnJaUW1Vc2dLeTR1YXBmWW03ZzNla2RFN2pyeENhYTlOR1NXL0ZmLzZTMFZaUityOE1rNmVFOU5FdUZUcWh5WVQwaTk3WG9qbnRkWmpDRXlOV2cxMTNidGFBa0RHb1Z6RlNIblpQR2dycEsxSzVxZHg0SVUxcFJQVk1xY2tsWDVQWWpUKzhFanBiTnIwTGJscTNIWjNqOFZQVmEvTVhXcE81S1UxcktDd0lNaHQzZ0Yrb1JVVjA4RWM4WHlOOWJXSDRiaThhR0JwMEU5ejhuRzl0ck90SnRmZlg3WjJrTUZ3NlM3ZTM5dnZVU3ZLUGtOOUJxU2xKZlBOeFhJWjdadExNQ0tTWlM0bHNvNUxPQzd3azFhZi8yNTZRUGg3ZjZrNUdvL2wrODkrN2JIVGduRlRLVThBNkZkeFQ4bjJnMU5tMkI0NWZNK3gvTkI1bzZ6OFFRL2RPYURONy80c0x5Nzh5UlF2M1YyamV2bGN5a2pjUnNCRTBWYjkrTXpJU0VKU0QwNmlvTXF5aGxiZzRkRTI0dzJtRlhweGxTTUl5clFxem1KUzdDSjFkakcrTCt4SWZXbktKenZ3TmdvczlyYlF4akdKNENOZXdjNGx2aXNONUpTampqckd5ei9HR3AxdkNaazNMSGl5MEo3NjY4M0N4aDg4UHZLd2dXbTlOaTkzdmNQcWlobm5Vc3ZEZ0VQczlaSHpxZjdTbzFnRjB3M0xnYkdDTjB3QzY3aXpZeE5rd1JmN2M2cVgxY2NYYXM3NE1aNU9OMjFIUVdOaUtFVktBZS9IcHdCb2E3UkNEcWJ2N1ZhWjhiY2lrbTFVNjFtdUhFczBtQjViZndyckl6ZWxiMnJydHZhRE50dnpiLzd3QVRUaStvbVBwTnJZQ0xnWGxsWDgySGRtRGdQUERiei9ySExockRqdnJEUkU4WXV5THozT2VJd09qWFl3Y2duZHhTYWtQcG1xOHFGRjh5aEVaekZ4M21od0NRWThFeHI0bTZtZ1ZRS3MrenZDZ0ZOQVlKMjMvMjJzNlZYYmNOdm1SVlhsUjFiWERnZVg5L3czR0lWc3JudERCa0p1MkJFQnBnL3ZYaUNNTGdrMnNlSlpOeHFpU0ZuVWFyYm5HZHh6VENQWm0zM1pIN0kzbVQvWi9zbnZqZXZ5MEdqNUluYTg0VzlKMS93T0p2RXBydVROb3c1Vnk0dlJwYVEvZCttOUdQeG0zOWVIZ2s4dEgzdTlMSndtVXYwWUU4eCt1N3JMSGQ3N1FUQ1QxWGlXOG5BenhjRXpwenVCUXZiOExqeURhMitxOHZGMDZ0L1kxb2I3QjkrTHU5Smp5L3BMWi9qajVUaEwrcjdqT3ZLSVlVakplSjlXUW9UMU9yajdnZHR6YXZIclhQejBDNHVQRnc1QkdyR29Sejk2Yy95UWZIODZocHk5RGJnN0haTytYSng2bXZPOUtXM3JodVBGajFrMDBXZC9vcVdFSkErSFV0eWxKRGJiVVVNSjdMSWRjSFZuT1hzMFRHTCtsL2NYUFBEYXNrSFdjMnhIZERsZ3drR28wckxqL2w4T2hzeHoxT1RLSDBHM2UyWC90Mk94NDk4WUNPNzlBblNHaWxENXlQSTlZZE03WW4zbXJkLzJtbE5qT3FOczZxWi9WL2I4YnpiRGk3UXlMb1lzNzA5V09zT3FXay9VNWVVN0grdElmVTRWdS9qbWsrdStSWjNDdTUxMldyR2ZKQnBvc01NbGtxZDkzWmRvU1dtWFdITytjcDV1UXprNVFLd0hJdWRVd1BqZkwxWVl2c2FERFh6OUdGTFZyaWtmaDFUVWlnODFJVllZaG15NHhBWUpWdUwyWHYwUU5weW96MlJlMFJ2NDZuRWZvQ2liR29zUFY4QUFDMml3NzEwZ0RDMnVVZ3FHTTVJYzV1Vk9SQk1DSE9aWWJuOXVlNkZzMC9Eb2FHVnhzZS9Kd05PWW1CaGxQWnFNeTVOUjA0ZlRPZHREbmRlc3QyeU4rbHF6MTlQaFE1eTQ4VlRoWVVTTWJPU0VPWEFRZnZsUUdia05BQlRSSjRHZ21vUmI0bm1oK2lzQ29WQUZodVEzNnJGYXVIT1pYRFhkdTRhQU1yMUx5dGRvMktrWWdZTDErMFNLcXBqUE9ZUnBCY25nM3RWeHdRdWxjb210UkdLMzFCKzVqMGN5eFQwNU9Ebk5lVjRZR2s3UjNSOUY5dEVGUy9IeUhxcVRGdGEzT1ovc1BvSTZEb2V2SnQxYzM5MjdkOXlKa0VEWW8zOU5URHlPVThHQ01kYUd2dE5WcHVjS3AvMElsT01TenJGZHN2SUwrQ0pzR0hINXROUFlDMk9UYWtYWTJpTENpMFVlNVhBUmtlNVlMVmdCSVRqUmJMOS9SQXAyMUFXNk13R0cySG9WRndram5YbWlCYk5pT1FXWHRLSmVFa3ZScEp3d0h2T2JQdG43NC9vWkMwR3FPQUxadjBlQmwwdndCQStjdS82c3JLd2luV3h0ZFhWMWJlM1IvbjRyQ3BXaWlaNmVuaWRTVjRmb0w5bERFVWF1cjF5b0Fmd2NMbWJFd1ZvYnF5aFFETTZEbE1wWkl3S2RsUm5ac0kwOUFMU0VPQ1ZjTks0K2tLNHZQdXJObGczczQvL1Z0REUzWUxES2dnTFR1K0hNN0dpdlNuSVF3dmh3YjV3N1hndHFpZ2gyRGc1VVhodUpUeXQxZGRCeTJINjlrVEVFNXlWWDV1ZmszQzNNMW5kRDRlZzRNRHBLMjZBZGdkd1hlRTdNRlN3TFZBMHdLQktHR3ZsaldDUjE5eEJMdG1KRHJHd2hKTGNNWTdOaFZrMUFJMjQvZmVhWHRWQTVqRm85Mk92WEhPRGFBVzcwMUx2T2trb3N1c21CbzVUdTMzSS8zZUtTNFJrMCtJVFZ5YkZCTEwwSkR1ZUdyQWtPUWpmL3pMK1lCMkxmZXhubG8vNDVTZTEvak9vcWwwV1dWLzJ5ZTl1SUdoY0ZuU05pK2kvOU1CSG5DdEkxWC95T2gxZk1FekZ2cW1UNlpvcVNHWUJ5OTdsbmo4SDI3VnhMY01sVXZRVTlCaTlVRmJmdUF2NDRSYit4Zkc0SlJxQTgzMk5pNGdnTzgrREhOaTdqNVlNWWVSUGJCeWl6SllseVhHbjJYeHdkL25HMWRCaDB1V3Y1SUNFc0xDejlqOERSVEhHVW1mdEVHcXFwcVVtelUvTkgyaEVad3FlZDZuTkZ3WVg3WW45d0VlNVhTYnp4eEdIQktXSVI4d3BQOG9JZnpNdjJ3L0dDUnBHVVFvY1Q4dGJ3Ryt2TXphdHNBcHJYL1RnTWZyOStpM1VtS0FoWlIrZnpCTFpHdjlGSW5FUWl2NkJBWmZVR0dSbmllT0c5WWwxOHcyMlhTUC9EdGtzMDdIQUZ5OEJ6dy9MV0k1UjZGNUZJNU5RVWFaUlNSQ1VmTGhCM2E5ZEpqUHltWGlIZDZVdFlHY0NGeUxMR29SbzJkQjJ4VmxRWjRNZUVYZUI5UE1LWnozeHF6RS8zeFR6V2k1R3lCS0I0cG53amc2akRTV3R5Y2g4eHlHeVU5ZGFXc0NQVVlEbElIbGtqSUMyaU1CS3Q3aEZmMVNvQjVuR0FraXFLUmo1ajd2NTdTRGNRMnJuUyt2NDBZdnp4NGc5SE5pRlcvTERPaEl4LytBOWNIQndjY0xNb2hwdEhpSEpuc3NoWExJbmk0SFNuVlF5d3RIQS9aS2IvOVhQK0xpRGNuVGJmY0FrR3UvYVdKdFU1N3U0Rnl2aDZsMEFoeFEwR3ZlaFRGanZ5eWhDSTNzTFBGeGErOUs4NWVxV3J1L2dBdFVRcFdoMjc0RWY3R1VSYWhxdzR4OGZIaXRkM2J6bVpRTFE1VnJrdkZ3WjljeXJWOTI5cTM1RTlKK1VCTy9DNXoyRnhHZUM4L1hzQlBxN3ZTOFNCZEQvWHF1M3JvNjl2bzhlUysvQ1ZGZjVYNC90Sk9QMVN5cStGN1NuU3RYYU1qSkdOYzcrTTlQU0lFME5XUTl6WkkxeFNoc0tTUVR6UW1pTVlvU29uLzZvT21zd2RWQy9WMGRhQWIrUlpMV1paZ3BxajB6c2FSbVFTcFRFRmpNcEtvMGVHVHNDVHBLVFg5MGQyN1JwRk5aL1Nya0QxQWU2eUhYcWgyRTVoL0F2K0F3cWpzdnFtSm5FU0NKN0VuWENKTlNMQ25pMWJYVDlsSUo2MnhJbTF5L3JUNzNLMUtsZlZ6eThwMTlIa1dGZGswbjY3Z01tNlRPQ2hrei9SaXNIWE1xczJGN0RwaGphZEdsT240WDVYVG0yOUJxTWI4eFpCSjlOdTAxY2NaYStNL3R6cy83YnNLNlB3a2FXa3BPeUxwOHZtZjQzSjBOM1QrdjJKQ0lRVXlzd3ZZcnFGM3hXa1Jxa1dPbEpJM05uWHZlNFJRZ2l0M2JxRldDZGtWa2NGU2RLQlZyd3pmR1ZXenJza3FvK2Z5R2NlY3I3RW9NT0t3WUVVeXljYTZPR2U4RFdYS0tpNWR6S0JQUFJnMkpBS0FRUVo4VjVZdkNCV25oYVpEcVBib3ZVaSt2Vk9XWldFaEFRdVp2ZHdtcUFKTEM3bUg1SytSM1EzRmRFTHJ1aDRvUElrTmhHMkQxVHljbzdsOHpBZDZBQ1lFTEFLb2M5azE4NXdRbWVhRXVoM2FiSDhBU2RKR0U3azVwb1B6UFNYVzJ0d1Uvck5EdkRSQnltWUVNS2VxeVFhWkZTWXhwL0dZSnZ4cVk0bWFHSGtZaGI5UUV6YmhZR1VhazlsQjJVbkRXcnRESVY2MHhiY082UXBjREhSUW5wN2UwZEhSNy84UjBnSU54U1N5dDRsTWhqS1JxOWVEaUh2QXdtVTA2eWdnVFVBN0JVWEJtcmNSQXlTWXBFOHJ0VTUzaEtGSDN5NUVBSXJxelZKQ1N2UVo1TlAralpLdnZoSVkxOFdFa1lNM3laUkVqa1NlWDR3OXB3U1RCZVdTQmd5RVBPNUlycVFJK25qcEVsVWxsUFhPZ0g2cnNIamlDcHFOeUdxT0pXMS9jWmxaTWNmUkFnb2hEczVWeGNVbm9CMFVnaGtvOUY4WmhQR0RJSmlRSE15QVJLUkRLcTZKMjVZR251Zzd5WkkvTWh1THl6SzJWUWk4eWdEdEhyMjBDY1drWHFzT1psam83dExibTNrbUVXQ05vcTFFNFd6L2UrUitOOERvWGdrK1Z6QlJTV0R6TDhIN084dm5WTWUzWHdPSmFyaUxha2pabkxxa29YOWRScVc5Z2pOUmdlTXZHdm9vMU1JQUtoTG9pMVpaaGNvYjNhWkJNcDRWSE1WQUFiR2JsdmRZbkRrYVlsYW5saTRCNit4RjJrenI5b3Z6NzdtRjNCcm84ZDRYLzFOZEUrNTV1VGVtc2U2SHZOZlRYTzNaNHpoWUYyUUxqeHFJb0EwVHEzcks4U0ZrbmJreGZqM0w1cWxDTmdxSmNlZWNoMEhGVlcrZ3NacFFTNC94Ly83eDliemdOV0ZsVUJTSWVYMkRrQ2hwcXl0VktsZ0Zmby9VRXNCQWhRREZBQUFBQWdBaTI0ZVdkRm1ycktzQVFBQU9BUUFBQXdBQ1FBQUFBQUFBQUFBQUxhQkFBQUFBR1J2WTNWdFpXNTBMbmh0YkZWVUJRQUhGMTdSWmxCTEFRSVVBeFFBQUFBSUFHbVovVmpicm5vSjZBOEFBRFFTQUFBSUFBa0FBQUFBQUFBQUFBQzJnZFlCQUFCdGJTNWlhMmwzYVZWVUJRQUgxM2luWmxCTEFRSVVBeFFBQUFBSUFJdHVIbG5oMFdmekpBSUFBUGdEQUFBUEFBa0FBQUFBQUFBQUFBQzJnZVFSQUFCdGJYQmhaMlV2Y0dGblpTNWlhVzVWVkFVQUJ4ZGUwV1pRU3dFQ0ZBTVVBQUFBQ0FDTGJoNVo0MTNpYzJNSUFBQlRTUUFBRFFBSkFBQUFBQUFBQUFBQXRvRTFGQUFBY0dGblpTOXdZV2RsTG5odGJGVlVCUUFIRjE3UlpsQkxBUUlVQXhRQUFBQUlBSXR1SGxtU0JPVHIwZ0VBQUNRR0FBQVZBQWtBQUFBQUFBQUFBQUMyZ2NNY0FBQnlaV3h6TDNCaFoyVmZabTl5YldGMGN5NTRiV3hWVkFVQUJ4ZGUwV1pRU3dFQ0ZBTVVBQUFBQ0FDTGJoNVpKUERiK0RvQUFBQTZBQUFBRWdBSkFBQUFBQUFBQUFBQXRvSElIZ0FBY21Wc2N5OXdZV2RsWDNKbGJITXVlRzFzVlZRRkFBY1hYdEZtVUVzQkFoUURGQUFBQUFnQWkyNGVXWGEvVGg0c0JBQUEyRHNBQUFrQUNRQUFBQUFBQUFBQUFMYUJNaDhBQUhSb1pXMWxMbmh0YkZWVUJRQUhGMTdSWmxCTEFRSVVBeFFBQUFBSUFJdHVIbG5vem1XZ09od0FBR0FjQUFBTkFBa0FBQUFBQUFBQUFBQzJnWVVqQUFCMGFIVnRZbTVoYVd3dWNHNW5WVlFGQUFjWFh0Rm1VRXNGQmdBQUFBQUlBQWdBSlFJQUFPby9BQUFBQUE9PSIsCgkiRmlsZU5hbWUiIDogIuWvvOWbvjEoMikuZW1teCIKfQo="/>
    </extobj>
    <extobj name="1BCC2C28-871D-48CB-8BE0-2867F7803ADB-3">
      <extobjdata type="1BCC2C28-871D-48CB-8BE0-2867F7803ADB" data="ewoJIkZpbGVDb250ZW50IiA6ICJVRXNEQkJRQUFBQUlBT0Y3SGxsMUdZQUxzZ0VBQURnRUFBQU1BQUFBWkc5amRXMWxiblF1ZUcxc2ZWUmRiK0l3RUh5djFQOFE1VDNna0E5U0NGZFZSYVdWeWwwbDRQcnNPZ3Zaa3RpUmNkcWk2djc3T1M1Y3dZUkxwQ2pabVoxWjc5cEpyei9Ld25rRHVVSEJSNjdmSWE0RG5Ja00rV3JrTHVaM1h1SmUvN2k4U01lQzFTVnc1ZnoreHlXZHBPTzdqa1lPWThSRUpqVm1JL2VUeEJEU2dDNDlsa1d4RjBZKzlaS0lnZWNIVnhGaEwySDR3dUkvcnRaMzlKVStTVkdCVkFpYlhjUkViMm9sSHVsVzFOcGJPN2pkUTNDT0pSVEk0Umt6bFJ1Y0VISk11YVZGb1pQUFNzeHk4VDZSb3E1KzBoSmE4SEdGSnRxSmp1TTNUT0ViUFBBTVBocmNjcDB4Q2NDL3krcVRmaHZoSG5DVm02cXVZa3ZocWFCcUtXVFpnTy9JajhHcG50QnkrMS9LclFTcUlOdk41cXMzWm1LbkxDRU43QWRKM0dLRGNBN2VXWXoxbzJIMFNDLzBTT0lGeFBIREFZa0h2YWhWcmpVaEdnVCtnQVJXRCtnS05nMnowaStXRnEyMG5EV3d0SHV5aDlJSjVVcjlxcFJ1d21IK3M1RHJNZDJhL09IK0prTml1N3dLT1VlMmJuaFdjVlBrMzVnOWZrV2wyaS9Ud3U2UTR5WS9BNXJFWmxlYi9pU0p2WnUva3ZlRXFCL2JoQVZIZFhnYXJJbmxsSy9BVkg1c25uWlArNlJYTDllekhFQTFyTFM3L3dmb2o3OVFTd01FRkFBQUFBZ0FhWm45V051dWVnbm9Ed0FBTkJJQUFBZ0FBQUJ0YlM1aWEybDNhVFdYaFhieUROZHRjWmNDTGU0UmdoTUNJWUZBQ080bE9CU3BRZ3N0VXFINnZMMzF2OTg0NDl6Q0hIdXZOZGVWQ2ZaNzdNeDUxckg1dUYrZmxDUHZVUTNpZDVheWVjSUhRVzJtVUszNFlGWEFIMmNielBmYXhlVVJoNk9rQmtmVzBmdTc4aW9ka2F2RTBYODRGblN6L2hHREU2djRQajBmWkk2TlFWbHBPeFltVDA3aVRNTEJjWDkrY0pwT1Y1OXFFd2tsQkN6UGxmNWFvK0Y1WldPVE9GZlozaEZJaGtQWHlhK29lYmpRZWh1YjBiaVpRb2ZTVjdod2hTbU52bExrUFZjWE9NR3BGVlJjTmVsT0xCc1VCRS9OSXNpNDM5M1FNSkRsdWxUN2gzcllYdkRMQWduTlk1Y29tMU9Ha1JuamFwclQyMWhLNzVpZVdrWVZJam1DZUxhRUtHczZpWXYwaS9IQkgzMlRGTEFaSjMzQWF5bTQ2V3AxMTIzS2tHRXI3TG1FWWdWQWZrWjhXaVJscGFkUDFKaStreWVCVVVqTCtocTZZNVdObUQ4T3pTZWIyRTBONXY1VlgyK3ZmKzRidWs5bWs3VW0xZzlIbURyYTVRQmNyQlRVbUh0L0hWdE5CSDU2RFhhdUx1STF2bUR3Qi9SeDBMVlRCckxheURXbFFlcFVKRDVzTjQrS3JZZjFoNkZpb1lENFU4eUF5SWFnbER6SUQ2V1lUakd2WkgzNlkycC8wTUd6cGN4enZ5NWZFWlFVUWZhdldDU3IyRGxHdmM3OEJFVW5GN1BZc2RhSkNmVmE5MlJYcnZCVjZrbmJYNGg5ZS9FUUx6eCtiQis4ZWpIWlh6RnZNaDgxMHZFZktzdWJhb2pTZ3FFQ2dIMUhVWDJvSndERzFYcjdXVVMxZkNLeDNpQkF5TGRjdys0T1JkNWZQK2VCVWllR05iaCtLeS9ERnZaM3ZLRXlOTjJ5WDYrQTBROU93bUdmMzZKMEU0VTZsODk4em5idm1hQitUR25SaWRBU3FhTWtaaWIwS05xeXNKUGQ4NytJdmJVYzIzSm9pZE02Sm1weHVFRTVEVWJBbzI3MW1qM2tGSDIzUTRFdzhmdDVsVGU2Qm8zelB2dG9WNXNqUG4zc3lXV3lFQkI2dFQ4aFJQRlVtaWlNL2RlRE41VmJieFc0UHM4M1dkNWNxYUM4bStqaGxxYkFVRWhqdC8veHYrNG9mSGdnQjk4RXhtbVlQdzJjalJ5RDJyb3JnNUJnTUJNSUpIT0h6WkdqVG1KWlN6ODNacHNDek9seWVnMUR6SW1rYzh6RzdTSFpIUE54NFZlWmF2dlhmYVU2RnYrUC8vTC8zZjhCajZGaE5ueHgwYzJkb25nbjBZZU1DSzluVmVyaXNjZHM3YWl3RmlaVHlmN2pmTlN5QVlDaS9WTi8xb0FrRnlOZGpabi9Wek1DK1U1bk1DNnlxeVAvc0kvaVFoTnZCOW4yZVRiQUVvYUNUeHd4UkY3T3lXL2xEa3VHWm1ldlh5alkrZU4vTGdBMHhsZ0czOS9jcE5UZ1FwNVE3Wi9PYjBNakloMmtMRkxIVDZsNmZ6TjFVQ2s3RXVQKzZ0NXZzRnRMR21zOGpUSEtac1BEVzNaaE5URktZK3RpNW56dW9kdXFZd0JFODg1K3laYm1nUnBmVEJvaExmM1lMdU1aMFY4ZnVxazkzSnVKaE94amYrTDBPNlI0dzYwU2pOdm9KWWJiK1hUc1REcm90KzU2SDF3aUpTUmxuOVZObmpOUUtkNldtd1NmNTdOeGE2VmxEem5qWHpvS25OSjQ3ZWR5YW5nUEpycHAvR216YU85RVpocUdRaFo1M0c5WlhSKzJGb2x6NmhrSFRHeWpWRUpESU1obHc2ZlZiSzV1QXdPQnYvelpud2RGdlBiK2U1OHQ5M2tCanJIOFdPdFk5YUtCNXBsRjRYcERHMHQrUmE0WHFjSFVZWGREOGZXWEE1aHN5blc3Z3QrTk94bGNEcUpCdVpsUXhVWDErVXZGVG1xdENvVCtzR3Q3MU82cTRTUTVmL3gvc1JkMnpBazNOcjF4azRpMTQ1cWZnREptT1BiTFNVcHpmNWFDQ3BoRnZ3RFpEa1o2aEZxRHdBMDRUZG9iWXAxdjI4UmFoOE1pOFhWaFJYRjAzTkwxTTFCODhtMmZiSTh0UUQ1Ty92Ry9NOGlCMmJRNEdIeXc4aDkrakxJYzhQSHhZbGhSRkxnVGNmSVFhYld4R3VRSDAwUkFBYk1GdGlpTGxhU1FQTTNhTkRwc1gwSDdJUXpucGZ6Vlh2MVJPQTRMaFhRbXIvcTRxUnZwbUFCTnBQeTNHUTAzb0JVMEh6OXJzb0QwUXZUdzgzUmZORXBQZTQxYVVaK0plZS9TUzFTR2hVUWxTa1RNaUlaM2dyaGVCR0JhL3ZjdjUwNFlYWmRhZWE3TXloV2ZsS1B2VVRCRW8yZEl5cGZQc2Frb0dZRTgrY3Q2MlozeGh1UkU3dnBsWWtBZGNEYTNhZDZ2aFZJb0thQTRXZE93VUN4R29WNFR4MWVSUldvNkZSd3JuWVQwek9HTVBSWnFMd0pPcDEyTXh3NlZLU1FQQkVGVUhOQlo2OU50Z2Fmd1J4Y3BmVDRzVXA1WEpzOEFtRTEwT1AyRmhVRTNnNVNURGd3b3NvVUxmYkxqVndrOTlmWWt6anErLzJlZXE4YVpPZFBhNTU3ZG1EZE95bmx6dFdCZ0pTMkMrK1lWMkk0K2xNYnZGbm9hQmUrMzVIZFU1dkNoSi9qOC9ZNFJXRFhoTElrUCt2YTRveVJHeHJlSG1NL0Vkb2xIdkhPMHVHMmQ1SkJCS0dkVTdhMzh0dHBoMEtXUDVCNDcrY2xFSFpFT3JYRGpMLzg3VHA0aTRLU2RtVEVnNDQyN0taVkpDKy9ZOWlFNW1oY01nK1Y5MVdRTUdHaklrY3NtTHVVbW5tU2VrQkc5dDFwUm5VemprdXhTZEpjbkhQbU1xREZXMUI1emlLdm5qaUxyem1mTjV3SlNBSVRuTGplZmNvRVFxV2Q2U1daUVBBOGlWRUlTenpLMWFsNnZnendCZDdLWS84ZDYrWm9acVpmVWtNZ2E0U2pqZ1pCcjkyOFhFWmRZMlAwTkZDOXk2Q1VhUVdkRFFnZkE4WnZQWjRNczVJZDBvbTBNdlhDV1RGd0szVGJIOTVqTkowbUZnOXZTZnVYRVJyeE1QN0s3UGM5Uklqd3djOHhFRE43TVVrNlIwb2NGeU82L25GOEUzNzY5bEJmbUtNRjJxbVhlbVdRTGR1QXhWajR5Q2tHQ2p1cWxtdDU2UzY0cGxVMWc0Y1d6dGV2aVZLUUV4NjZNMU1ES0p2MzNlc1R3N3VaTGp5WkxHcHFTa2NIQTRCTGxlVFMxZTBOWjAraUtWZWFvTnhrb0tDU2pIbit2dFFBemxLM1ZyUkFaUE5rWFJ6MGo4dXREVWxLQzdNREg5RGREMUplQThNeEl2L2tkZDBZY2c5ckdnYVQ3ZGdKZmNFS2MrL2V2TjRWRzZaWDQrQjJsN1czM2NIRWk4L1phdGV4cDFFdHlHMHZzcm1DeFgyQ2NkbXdHMnE5Y2VOc3g2RHhRWnJmSEZFeEdtWEp1eWRPS2hTUlNDMFhxVEJlTXhwMEJmNVQ5eUxhNGtTaDg1dkdGLy9qdkI1QmFSM3cvSDRCNlpkTzQzMkxXSkxYNzNLR2k3aFRFUHBGZUdVK3U0aDE4VUcvOGF3NUxOa3NDeU5qTHpINGo2NVlxMkV4Q29UQ24xbmtZbm1BcWpzL0s4VGp1eWhQQUlYZ0xTbm5KWU9oMVVDZWpOZDZ3WUVJR0hCN3FDLzN4Znk5NWxNR1lpV01uL3l1UktoU2NPeTN5eXovL3dTNFNJbzlNT0RqTHZrQ0tudGd6TlBjK2pxS1FESWt4RHdYS29xUjdwZkw5WGRQcXRoeEw0MVVINS9PeDVXNUtzYk5paGozMDNzc3FJaU1Xb3UxOThHMG91RUFuWnB1cDR3Znkzb0VuTHFTTmhyUzBPV3ArVTMwK3FVdlVnYzh0OXUwZjl0MGc3WUJIM0hFbEdobEJiaU9kUWE5ZWRZaDFjTEVmbGJNNUdmajZWUC9nMERKN1VvWGFFc3VIbzAxVjF2TGN6bUtldVFaREdrUFczZGNBazZmd1VNZ21XSkozUkR6dERkdCtSQlUwa3ZiREFxYWF1N1E3dUk2SExQazdSaFdFRjlER25VR1FKWm1DTTZsM256bzVXQXlNVzZlRm0yUFV4QVdoeWxBY01qK1c3cGkwVENhYm52eSs0bVc2U1YwTnUvTGVQakh2TjE2THpva2p3ZmROSHNwMUhZLzNrUzB4NkVjdDQrVEJacUg3cmZsMW9DUDZPQ2JOVElMSGwxRXFxQUNneWR1d1ZYRFVSVmNMTlVqODlXTXE1R3l5ditFOEY1YVlvNzcyQ1VMY2R2SzNHdjNwdEJtNzZFemRydi81ajV0NVcxM1hoZkdEUEcweldxbFZKVjRSQmhJNkg5M3pOYmFycEFQam0xVnhQYzYrWDVjRmhvQ2tWMGZiN0w4MDkwbVFUdS8yNk1JMHVxNUpScDZDbWpvZEo0YzVmeWVjNU9Od3BOVnBqa01PY3VJWUtzZW96Nmk3OEFVWFJMTUNhYUYwZFZGZnhZcStGSS9MdW02K0JJQmNCSHJIbmlqQ3AwVVdtaFRRVWkrRjVmNUxyTlJXaDVHSjZqTEVXY2E0TEUvZTlLendRdTQyMldlWlAzTWpKdXRZRWg4SWlKalhKWGVaMHBicUYxT05pTlJHbTVIRXJ0NmR1U29BdXBFWXBZdExDTGFaTlFFSnRSR0diWUdva2lndEhYWE03aUJydlUzdC9pbWtGK0JlSFgvK21vaVVRM1hlNG5PeDRLSFJEbG9OOGlCdVd5MDdubDNjSzJ5MFd0QWRMQmhjNGFLcUQ3V1J6U3NNZlIzcVF6T21rZE5VUVdCR2IzZVgzaEJpd3VuSUVqdVd1c280TVdTbktaQ2VwelV6Slp5L09iNjU2M1pmaitma3ZlNWZQaktadkx2SGlLTzUzK01jQ2dFNjNkUW8vN2Z0Zm4ycTBoTG5QOVZEYnZ4akpBKzh4bTRWbFVWVklrUjJjcDdTTG1OWE4zNmE2ZmNzRVRuOWpHeW1QclB1R3RWY2RBL0JZZy9iWlkwRk13RTJTRCs0YmxmZVBXNHBBT3JKcm4yWUd5RTZXWGhpQ3hMa2Vac1FSU1d3djM3SGtvaFk1OHBjRzdoS1pOZHYzOFFIOWNLSiszVlgzMW9EVm4zYW9aSG5iN1p2SCtLZVJFSTZ1UUMyN0UyV2NrYSswdEM0T2p5OENTZWFIbmhJNCtOTnQvMU1uQUFXQkhZNm9xMzY2dGtxMWFYZ21iMklNcVBpTkJvUG9mR1RBZXdLVk92NUh3SjJRejZNR0FBcUhmSDUvRWpXdWc3UW5ISXJncWpsYXhsOUtQWmhiSmo1YWJlTEt3SnJNTlB3MytldHVIWTdOcmtyOSsxR2ZxODkxdlVWd1ZGMnU0NUozRnIzS2JjKzNsNXFaV1Rzbk1iUTh4MFRjT0pHSWxQQTNybFI5UFY2WW9va0FvQzlCNzJpaFpKTHpyZTUxenp3QUxqcWlRTnJHYmttNlVKWklnaWUwVnEydE0vS2FyQi9LRGVkblNyUGwwMWRnSlB3OGNMZ01FNFR1cXZQN203dWoraUxRT3gwcXJWSzZDdVNHSHpJVVUxV0dEZmI3RG1mYzdFbEx2SC95dktnZmV3N1JRdHdXbVNYVkE2dEw1SUVUWm1SRkl5TTBLOCtsOUZEbTNZSWpiazFvOVpvcWMxOHdESVJaWHk3K2IyNnNXQ0lRSmF2bHptRDkvdGJIZC9FNFZLSVR6MFdLRFJQNnpoejV2VW9RdVN5UFdIMERLZWp5RXl1d3BmQ29iOVBpN3JWVVh5VVFvMlpSQUFNNUhMck53QTQ0K0JtZ1RWQi9rVGVBNUZFVUFkU01zaExsSnEvWEpGWVJMc2w4VFR6SC9FaUp6Y3huY0MvN09ucXU4ZGZPUlNVZmJIUlpuK0IrR2J1UXZ3SG5iWExjSGNDSHRVZGxaTWpjaU9QM0ZyRHBDN09yOE1kUStXMDJzMFFjdXFrN250K1M2a0RaMy81ZjZvd3pxSGQrcHhMbVFBUkt4MDl4L0VZenFvaDlEdzMraVkxSlVDV3VQMTlFVmJ0eU9YcW92N0tzZW4vbC8rdi8zLy9tdjcyNzYvSlZlY1NlcWRWdnlyRWxDNjkxNkNtQjY3RzArb1Fsam9Nb1lpTUhUNHZ2eVJXZWVpaU9RZFBUdE5uektZOWhvVGp2NmI5L1huQWVyL1dzSEVjSUdMK2RzdXNUb1JzUWFqWmF5YndpWjN2VC9jZEVRRDdxUnhuWG8rUUg0a0hOT3Bsejg5MTZGelFuZHltUUdCdCsyMjhZdkpuUEtzU2RwRFN1NTlLRWhkMVZJcVVRdFErUERaRUFWSWpoVUk4d1V3YnV5MUorZE5UV1NNNHJHMml0bVNKeU5BMnJ0NFhnanpWRFdQeG54SW1zZFh2SkkrUlV4UUlJSEdMODgvNTA0d1pOZnRnSHAwdnNUYkMxM2FKZWNUN3N6Zlp5cXJJTkMra3FjMTNUa2RYME0xcFExTmlGS2RSaXVtNGgzV0JEb3pQckorL1paRTFEdGhOd0xEY1FDYnlTcStLa1hGTzdNU29OWVJjMjRkOUtoaHJtTFVvczZQU0lINEdLSE5uODlTeCtGWWk1UUFGK0FKUG1mUW1jVjI0TTV4NCtoWnZVMmYzVlIxY3hUK3cwTUd4Z0FOTjhjQzBSZ0RKUndKb0t1dDk3K1ZlRlYzTytGQy9tWEpmbG9yMy9NVUpZdVdwZ3ZxSm1FOWo5N3MwTVp2TWlYakt5Y21uSU83dUE2WDVyZjVRM0RGa3JXNVgzakNzK2FOZVRFZ0ZGUlNCdUp1aDNsd1lDK0QzWnpMNnovOVpOaENpVTBuL3lTaTNUSTNjUE8zZi9aOThMQnNDR3FDSTFteXVNWmcxOWUrOVN5RlRtQUJwVzZSOGU5eU10R3FJY0JHZ1pLZzR5R2RhVm1LZmZJWFRzZ2JWMTYzZFZXRHF3TkpweWthNnFwMnFCVWw2Wk1BcFYvRTNTbGVSQ09KV2hpRlFFUWhEc3pCWnJlUWlBakFVQVAySWtsSENSM292K2o5UVN3TUVGQUFBQUFnQTRYc2VXYStGVlplQkFnQUFUQVVBQUE4QUFBQnRiWEJoWjJVdmNHRm5aUzVpYVc2TmxOMUxVMkVjeDMrL1oyZHJZMnNVV2pjdG1DQkVrRlFYRlpTZzJJeXkwQ1ZaU2Q0RTdTMWl6cmY1RHN1WHpXazZrYVVYMXRaMDVsSjNOa2pMbElaMDBYV1hYWGF4ODdJNy80QXVlamFQeExaemNXNE9CejZjei9jNTMvUGxZUGFuUDRUa2JLVzJMaGZieWIxZnFia0tEZE1BY0RzSTRMVFFDelJPMGJ1N3RmZHFtL0MrdFZuVFlyVmFIMXBiRzE5MFArK0hSL2dZbjJJN1B2TUR4RHNDQUJmZFo5QkJxaGxWQkVGck0yQ0YyaEw4MFhhYU9qeHRnQzVaTWo4RTJKa25VVXJzbE9ndHdmb0xUeWo1ZFJtd1M1WjRiZ0QyeUpKVGRZQjlzaVI5QjdCZmxsaWJBUWRseVNFOTlmQXhjUlk5RXdRY2xTV0g4NEEyY280aE1WU3RJS2pKaVRYVXhsRzNpcUJCWEVQeUVSa2tjV1E0TmlMTXBmbmtXbTRqVG9zR2c5NUk3TTRLZFZXMXFkcjB2M3RBT3pFeGlDU0JxazhGM3hacU4xRzNVZkJ0U2I1TlpJVDFGSi9lNWxkOS9NNE1OeDBWeDc4ZkplVGRXcHZPWVVDanh1M3A3dlVPVk9nck5WVm1vOWxvQ1Y2NWZwT20vR2tBZENwTEViK211TXlFdUQ3QlRTM0lwTGhvQ2hrYUtVc3d6d0s2eVhrR1h6T0VSVlhxT0NKZEdwRkdKaGNJQ09GRWU4dURGdTgxUGhIaklqTUZ1VjNYYVNBblNVRnRaSXlNSmZpMzRSVlZINWdBUFFyVmZQaExidG5QTFdlNDhSRC9OczNQc3BLNnEwU2RxSEhsMjc4RTJLMVVYZER4SHdMODUwUjJkNDdmbmVTM2x5UjdUNG05OWZkTGFxKy9CZGlyME03Rko0VDVvb1BUOTVEc2ZiSjJYeE9nVjZGZFpKUEMvbmhSMS8xbFVsdSs2M2JBQWNYU2pNakd1RkJLWFBkemJ4YXplL0hzM3NMUmIwYktHQ3dyM1owdjNRVTRwSFFxdmpCZG96RDJUVXp0YzZIRmd0ZXBHeTdkeVpnalg4Z2s0SWpTai9uT0owU1QwdGJabU1BdVNlcFIyWjBjaEFIK0FWQkxBd1FVQUFBQUNBRGhleDVaN2MvMnJtd0pBQUNhWXdBQURRQUFBSEJoWjJVdmNHRm5aUzU0Yld6dG5WdHoyOFlWeDkvN0tURElzMERzNHNxeHFJeEpXWTFuckVZTkZjZk9HMEpCRXNZa3dTRWh4K3FUcDNiaVR0UEdiY1pOSDl4Y25McGpUMllzZVNiWHhoTjlHcE9TdmtYM0FoQVhMbTRrU0RvTnBMRUhXR0RQN3A3ZC8yOFBGZ3Q3OWZWYm5UWjMwK3dQTEx0YjQ0RWc4cHpaYmRrN1ZuZXZ4cis5dmJHaTg2K3ZyVzRaZXlaM2ViM0dTeUwrQVNLNmJmdXdaOVo0ZklYbmZtZDAwUEg1bysvT1AvdHFCZkRjdTdiZFFkWjQ3dmNIVnV2R3BqRzRVZU5GbnRyWjZ0dTl3ZHJxTzlhT3M4OWRyZkZRbEhXK3NyYjZobW50N1RzNEJjaXlpRk1hMThpWkNHV2VxeE56VzlnTXZuSWRYOUdnU0M1QS8wS3oxYmZiYlpKUEZCUlZVM1RGVDc3dUp1T1VTcUFxVjR4RCs4QkJOV2oyakJacU9MNU5JdWF1VHFUUWUvRTVxWFRUYkRsMi8yTGIydXVTdWhMVG5yME5xOTNlc1BzZHcwR3BXMzJyNnpSTjU2REhiVmlPWXpmM1RkTWhqWHJEUDd6cUg5YU4xbzI5dm4zUTNTR254RjJvcVFBMW1Yb0tuVlExbm51N2E2SERUb2ZucnBpN3pxYlIzN053UitJT3NudkIwN2R3cG1CQzNVYlY2QVJTVUMyMzk4ME83V2taWnpHczdudjIrOWkzM0tYZFhkUldja2g3KzlKTzMzaWZkN00wN0xiZEoxNGFXNkVaY0pyc205NDJiMFdUbXZ0R3ovVFRLaVFSZVpZazQ1b0FVZkpHMitabXcrNTJpYzl4eVgyak85aEZEZzZNSmpFOGxFTGpxQ29KVXN4UVVuVW82Sm9TSFU2VlFCR2tRclE3bzhNNjFORlhySzU3R3oxK1oxd1o0cHUzY0pkNlE0cDM3MjhZUFh4T3JubHAyS2piN0tiZHRuWlFPZFRMdnNOSlhiZlJ1RUlONExHQjEzWjNaUVgvb3I0emQ5RTVFaXNka3E1Qjc5Q3RYeVhRS0ZTcWVkTnNyeHVPZ1JwNzBEUDcxR3Z1bVBhdi9kYTBPNmJUdDh6QitQaVFhN1R0Z2JsRDNiRnAzelMzN2JWVjR2WVZGVGxXbDBIVTc4VHRBQWlTTGxVbjNPNVphQnowQTZiVUtxUC9pSjBWU1JNQW5PaStpeVNYQUhXZ1ZxUDU2aVFmcW9DQytqNmFzVUY2UnhKVVNaOG9jRDJod01xNHdoWFBNLzRoY1JoeGVOTTViSnRqWHRSTkpNQXRoN3Ztc2U0NlJSdTZkS203NDE0QUtoUlVuVnhUWlVYUUNNUUNjdUEyMnVZdG14aXU4YWhlMi90b2hIYk53Y0NyR1NrNExDdGw3ckxTRkxhYlNsbk5WVllyUmVscVNsbE5xNm9saWtxcnlnSXNRRlFBRkNJcVNVTTFtK2hjZDY0U05VR2R0NmpBTDFKVWNFWlJRU0NvYkNIb3pKSHA1Y2IxOUswQU1aOFZMM2RZbGJGMVdXR2JJYXBVQkZXRDdLbU9uYXNSbTJzOUlkZk1rcFFVOUtnQkl0T1pMMHdKcTVGZVZoQ2RFblZKRkpkQm1NVUVrWW5DaEFzSUluK2R3b3lWVkl6TDJSTmR2S1RZWnRJa3hjNlZKcW1ZS2k5T1VpcnR6MWtGVlV6NG1DaW9HUHFVZ3BxZm9OaXhSVjQ5TWEya3lZbVpLVTFON1BvdVVFeVNXTXo4cE0xZlRncDZVaXZucDRYS0tXWjg1dFRUTkhLYVJrMUxGNU1LaXBCU2RmNVNVdlh5R1d6UlVpb20xcHNxMUpzcTBsdCtvRmNGaGN4TmNBR0xHcnBVUGpzdFdsQXBxeG9aQlRYVmNzUlVxeEZMWDR6UUlDeENUdk5maXRCMHRaeWYySEtTNTdWR21CenBaVndpWkJ2SnUwTDRmL1Q0NVMvTXN4V3BWWXRRNVB6WE1uUVJsQlBjZkJSWlBud1ZJaVZkTEdhbFhmU2pSY1BxWHQ0eGpSZ2xBVlExU1EzTFNaVUVDZjBFUkpWbiswOXVOYVVPZjd4UmhnNTdVVFIyRlRwVS9meXA3NlV6NjR4WlVDWlI0VDAxTVE0V0k3Q1NRTVM3bWlKVWRiWjcwYjBBcUZxU2kzSEo5YmJkdXNIaEkxb2YzOHVNTm5wTnBEK2tySDJqYjdRY2hJTEwxM0EyYnNQb1dPM0RHajg4T1RyNytmajg0UWZuTC83T2MwM3JEM2dBb3FwNlk1SG5YS092K2NhMmtLMjl2dEhiOTR5UmpWazFIZzJnWmc4N2NPd1M2ck5lajl1aU56YXUwVG83UGU5d2VQVDU2Y2ZQUjgvK2MvNzE0OVdLMDBNdDcrRy9hTTdLdU9uanBCRGIzaU5uN3ZpOWtCZHhJSW80MUJlcTZ2YUZRdnVDU3BWdWFjc1dkQUJRRmRTcVJHNVdNeGhoQngydWFQMGhBL3dIZ1VBdFliQ0FpKzdzS0FBOVhEeUVFdDJnVjJkV29SRmZJQ0Vta0FXZ3VUUlZvaVo5Y2tZYWtPZ0dqejkrVFlEZkFtWk5TTlhscWdBVWxkWkVpOWFra2RyODlZU2kvWGFFZWpONVNNVFpZdmVweUg2dVMrN09KTi9YRStyUVlKYTRudXJGdVA3TXFZMkx6T0xycVUxcXBONnh6cFpSM2dtY09NbmJRbnE1ZzdlcDJvUHgxTzdQeHlTWThPOGxNU2FadmNtR3prRjRPNmdlM2c0cVI3ZUQ0amtndkIzVUpaWmJEOVkwRDRQVFBMSnV0ZUxtZVYwWDNGbkhuNHBrdDl2OGlSNHFxcUFyTWN0RDlMazgvM1FQMHFkN2IwcHFlYUZzdHVrZFJtTnRlWGx4ZFVJSW9FaVR2b2R5eFBjb0NKUTlEVTM0SHFJeHJvZDBQSE1nTUc2ODVEVmVFdkZ2cFBINWdnT1pGUnk0ZGhPQ0F6QkZjSEQ2NUhqMC9OdlJ2MitQdnZ0bytPY3Z6dTc4VE1PRi9JRkNlRC9ndGgxSUlaMFdDaVdBZUFFQUZFNEFHZjFSMFIvOUFvRGliS0VGbS8xWlF3cFgyYXhvSUQ2Z3lHeENucGlCUUx3aGRrTUtNQkhma0J5UFpCbUJIcVEvNFY0czBkVVEwYlVvME5VbzBMVlVuc3NMNUxuN0tGcnl2T1Q1cThEenN4K09oeWQzejU3Y0hmN3BrN254WEpuZ09VUXNoek0rR3BiOEx2bE5kejJNdjhsRFl5d1IzMUFSWEZvRUVSSWd0NnhvZ2hoRGJyb2ZOeis0RlNCbFJ6ZGVCTXVCYnZCS2tsclVKOTBNZE4vTitPT0RzSElDYmdaQWtCUGQvRW9nV3B3M21NL3YzVHQ5OFBUNm0xZmV2S21Nbmo0YWZ2N1JERWlHVVNTRGZCL2hGTXhlVjRhenNEZkJoTHRxUGlVelo4czlLM0ZKUjVFelBLTEhLVVV6V0FzaEdFWVFyRVVKREZNSkRMTVNtRVlIY2ZTVlpVR0wvZlpubW5jZXZ6cjI2bkk4ZGhWUktKbWJ4TnpSZysvUEgzNDRmSGd5dkhOLzlJL25vNzhlRmNwY2Fabk1GY0ZNdkkzSlhySjI4YXlWczdJV3lLd0g1bEMwaTcrV2plRXQyZDFmRWplVnVGVnQvR1k1QnJ1cVVJMWRraWpKUzhsTGFEdjY4dDdvbTZjdmYveDQ5T01IbzIvL1dTaDhsV1hDMTFYaUxBQk9NRkZDZVBFUVZoY0RZWGRQWFluZ0VzSHpSdkR3OGQzVHY0V0NYeFFMRjRwZ3JVUndpZURpRUt4blJMQW1NK2dRUnJDVWdHRHlKVkVKNFZRSUsya1Fsa29JcDcrT08zcDIrdUxPSE5aN3EwdGtyeWZBR2RpYlpLSms3OExaQ3pPL2NaTVQxM3ZWK1BWZS9NRlpTZDMwZDIwd1ljRlhLeGQ4MDNCN2NuYjBhSGovK096Smg4Ty9mUHJ5cDhjdmYvcUUvbU91UmRJWEx2VnRXK2lmeXNzZjljWmtMNm03ZU9wbWZjdW1hK05kVWJFUnJ4Njd6d0YvV0ZpU041VzhDSzZUVGc3U1Y1YktYUTZwdXh4dVB4aWUzRDM5NDMvUGpsOE03Mzg2QTNUbENlZ3U4M1dicDhBWndKdGtvb1R2NHVHYitiWGIxRnNjNkdlb0pYckxUUTV6ZmRYMnI5dW5Yenh6OS8wZVBUbzltdVU5MnlSMWwvcWVyZHprOEV1bUxmbWZLZForOHo5UVN3TUVGQUFBQUFnQTRYc2VXV3dkRENQWEFRQUFKQVlBQUJVQUFBQnlaV3h6TDNCaFoyVmZabTl5YldGMGN5NTRiV3lsbE4xS3d6QVV4KzhGM3lIRWEyM3EyblJDcXVpa0lBaktOajl1eTVadXdiUWRzNHJ6M2dmdzJuZlFCeEI5RzBIZndwT3U2MGRZeHNUMHBqbms5OC81eW1FSEQ3RkU5M3g2SzlMRXgvWU93WWduZzNRb2twR1BML3JCZGhzZjdHOXVzQ0NkeG1FR2Z3Z1c2NlF5bmQ0V3U4cUNUcTVCZzNvWVhmcDRLNEkxSUlSZ3kzRFFhMVVIbzJqRlFRb0grMk1lODl3R2hqb1hSZVlMU0pQYmhhMUlNaCtYRjdlSStqRHE4Z2oycTV4MXFVR0xMclFjVjMzcmFGSE5MNXNzTkFnSkk5Y3BRV1kxTXMwQ0lXVVFaNDNNSzF2aElpUytQNXR3SC9kU0tZWVk1ZkRKOGR4N2F6bEViU05FaVJGcW15SFBCSG1PRVlKT3FFTFdnbVNuSXVGNjBNcFdxRUxHcjdnWWpiTzhMeFE4ajFqem95TG9Ya1ZBRmJ2cFhUSnZkMmM5ZkxmQ1d6VUNFbWtnM0wyR2k5V0ZnS3RUblhEaTQ5eTZsZ051dStIQW4rV1lwV1dVZGNiaFZNK3dzaFVCUTRmM3hDUFVEZUlJd2xqSW1ZKy9QbCsvUDk1K1hwNSszcCsxUGk5QnJ3UlZneThsVWZFQ3RvcUhhRkt5U3lVb1VpK2JTVDZ2OWo4MHFWTnF0dGZYMUNZT1BOQm03dGlSVEFjM2VqSnpZeEVLdEU5dm9pcWcwZ0o1T1pSaXBFWnYwODhhUWQzbFJIMU02TGV5ODNERXp5WVpUUFc2cXJJaTFROHRvcFpkbTFITWFpRHdEQmNUL3hkUVN3TUVGQUFBQUFnQTRYc2VXU1R3Mi9nNkFBQUFPZ0FBQUJJQUFBQnlaV3h6TDNCaFoyVmZjbVZzY3k1NGJXeXpzYS9JelZFb1N5MHF6c3pQczFVeTFETlFVa2pOUzg1UHljeEx0MVVxTFVuVHRWQ3l0K1Bsc2dsS3pVa3NBYW9wenNnc0tOWUhpZ0FBVUVzREJCUUFBQUFJQU9GN0hsa0VuamNJTFFRQUFOZzdBQUFKQUFBQWRHaGxiV1V1ZUcxczdWdk5icHRBRUw1WDZqc2dlbWtQS1dEd1R5VGNLRWxqS1ZKU3BiSFZuaGRZN0ZVd2F3RnVrdDc3QUQzM1dxbTM5Z0dxOW0waU5XL1IzUVdNSGJPRS9OZ205dnFFWjcrZDJabjVkbWVYSDNQbll1aEpuMkFRSXV5M1plMjFLa3ZRdDdHRC9INWJIa2Z1Vmt2ZWVmUDhtZGtid0NFTXlaVkVmdkUvNlIwWXdyWjg0QVRnWEpZT1hCZmFVVnNtQ2s0QjhpMTh6cTRQMzdabFE1V1RqbG5uZmV6aElOR3c2L2VoRjBQMWFTUkRNMkRYWmdaM2JSdjZrZGFXWDlSaHkzQmRPWkhvUkdMYlRXaXBxYVJHTWZhMmsyR2FSR0pZd0hFbUdJTklvTnRvMVBWVXNrMGtydDZxYjA4d0RTcHBBYWlCVk5JaUVsVUZidDFJSlhVaWFWaE53MnFtRWsybHhoeTdhZG15TXUyNmt2aytGNUU0Z0xOQm5ZOGV3eCtEVVl5KzBjQWF1d013Z2gwY0RFRWt2UjhqKyt3WWhHZHRlVXU3cVdiU280TThMK25RdXh3UjYxM3NJWWNIejdJaVpkNFE2cENZZmFEUlNuNHpqcy8wVlRKN1BNZ1I4bUVoWW9MNkNGRi9FRkhMT3RkaXBwSVlMdXZpUTkyTVhVMnRjbU5SNkttcFRDVnp4YmxlYVc1cnhXRSt4V09mcmxnVWFpeU9Cc2duNjF1RHJHL1FuUVJEbm1GSFRaQmorZVRRUk1hVGRwSHhUS1hJK0RvWCsyb1VCTEV2dUJHRWFyTkNwSnIxRUtrdTcrWEdwcHJWd1phYUZrTFYwZ3hIem8yTnJzT21XNFBiVmFQQWRBMW8zYzZXRXhCRk1QRFprYnNtenBKM1l4YzM5V0pxSjgxUEpmZ2xtTDhQUmhUSjVsZjVLYmpBS2JWQmUvWkh6WFdKWTVUSXRjajFQRnJrdXRLNUxsRkFGNWJyNlcwVWYwdkk0QWUrc3hzRStGenFvcytRbnROWnAvcG1WWDlUNFQzTU1mZFJZSHV3M0lPZVEzOEFBeFR4NXZtS1Q0bXdYczFUNGpLZkc5UzBqVmpJbnZBdEJYRlhPVzBYQk9DcVhIc0NtRXBCM1RIM3hwYTFIalZwSGU5Y1BoMldzZllOSllCWVp0SjJRUUN1eXJVbmdLa1UxQkt6UzJRNEVDKzVMZThsTno1anlIUWg0WGFJdm1hakl1Umg3UnU2ZWxUaVRDdllVaENjS3JGbGNiVkdVS0FnT0lJQ2xhTUFhZU52S3N3ZXZJalkyTU04dFpOVzNyRHVsM1ZUS1ZKYzJpcmI5T2tQM2ZTSndTeDRNQ3NoUjJ4R1piOGxPZmZrOHNzMDdnSDdyT1NyemZ6QlQ3WGNYRWVZZ1g1QWQyZlMzbG0vZzZKalROZEhjcUpJTDNJK0ZacGJyT0p2aGFpVjVFdWhxNzgvLy8zNWRmM3R5L1h2cjlMTHErOC9YbkUvRytwZ1A0cS9wRG9LYzFmUERDQ3hTL1pjVG12SjdOKzhPU0wzUUo5N2Z5OWZtL0dvMnRUYnRIRkl2d3h0dFkzeDlCN2F5R2FIdzhhRStaVGljN3huMWIzVUozTDcyRS9WNS9sQm05bHVnQ3dXWkNQb3d6QmtVN0ViWFhxUTl4RDZ0bDRhSjZGMzcyWXEvUEhIMjFpK2F6MDhRcmJVUWVHQUJvWlVtaDRheGxadUcyZmNNNEZuNkNKd2NiektZRTZoQnlLRS9YQ0FSdElKaUFZMDhUUGhVVGtqMktOcktRZ3VVMkNOQit5T2g4TnBYTDNCeVJQd1BEeU9VcHl1NXI4MmFuWThUSVpNanRpRlFTNGN5MHhrY2dtUW4rVmtjckRHUkp5SXlML2tpbGFlLzFCTEF3UVVBQUFBQ0FEaGV4NVpTTGpqdGwwckFBRDVLd0FBRFFBQUFIUm9kVzFpYm1GcGJDNXdibWUxZWdWVEhWM1E1bHd1QVlJSENSQTh1R3NndUFmWG9FR0R1N3U3aHVDdVFRSUVkM2QzZDRkd2NYZmZtM2UvMnRyOUFkdFZJMVZ6Wm5wbXp0UHlkSjh3QlRseEZNUVBpQUFBb0VoS2lDb0JBQWdWZXU2REFBUGR4eXcxZjRRZTN0cEthRGdBd0h1S2Z4dElVb244REFCSUFFbFJJV1hYOU9NTUgwZk0zWlRUOWo1VXRpOTE1R1QwMytYUG5pU1VqMkE1Ti9TbXlEa3pxTGs3S1lvMEIvaXVHRFh0SjFWWFp2Ylg0RklaYURnTDdNTHFRNkluTW9WVHJUTG94N0FMMlBrWlRQejZ1TDZQam9xbUhGTnFNRHVaMnVwLzdYeXFJS1BEUUNESDYyWFQyMzRNc1RTd05NQTNNT2dmMmIxRDI1L2xLYytjVENsZjF4MS81RFhqNCtOalptYkdqZFQ0YXVYcjE1a0VGcUdGZ3pQb2lnNzM2MHhtenRQWFk2WmsvYjBFQktUSWVEMlBNYlhkT2Y0cHhjM2djamlocGx0bXRpZUVqbzBid05IMWJES2Z0ZmhxMWJ0M3RQN2FVK2owQTVUODcyWjM3QUQ4RUZvbGJ6eUFQQXpvYU93bUNyNjZsL1NOem5ZQUZ1UlU1YmI1RkRzb3d6K0FMU0lGYlU4cVF1U0ZhOE5DTHh4dGVKS0dtZXJsVk9iUU43WjAwTEFVRGZTdWh6OEkra2MyNnBXKzYvRHo1Umxqalg1TzdZOGpNRjhid0cwTjc0d01NR2F2RUVKREdxTno0L0tWdk9FZktobXJaRW1TTnZqRlZuR25YTWd2TGVvOFE2S3VRdEc0VVlnRkNvb0hBWCtpbW5OYWlOK2txLzI1TUEwZi80aWdtbCtlYkJUTG5tdVgzbWZQUFJ4ZDVYLytYYUpYejkvTTJ2b2w2dlV1eXVmMTF1ZDFPdXNGQ3pXay9FbkJvZk0zNjRmaVpDeU9JeGhBZ3JWb0lKQThMbHg0Q0RnT2svNGs5Z2xoK1plSEc1QjkveGxXMHdkenlQZGl2SjRKQ3pRcFhnUUl6dGd3L3JueU13R1pWdWtsQ3NJRWJuQ0N5TlZSQUhRSGx1MFdKdWovd3d5akRxODJHVys3SE9NaDlyN2J0UEU2MUVRTk1iQkZnWHY1RUVHaTNna0FXSUlmamNJUUpQTG9NV09SU1E1MkhNY1NBa1dwaTZTVk1kS2RHNE5BTzVmUzdCcDVoajJtUUl1eTV2S1IyTnFyZGVBeW9SRVhJUVpwUHUxSHlHWWM4dkpqWk1saHFyZ3VNd1NxYkdDek80VHJwMmFGWHVjc2JXSEYzSXlwamsxNkVPWDhaME9YQmJEdFdqYThMOGJWR2FWZGgyOTRlYmlhcW4yVlpoSnNRM0VzT3VIMXAzVFlWVTNzOGtZdGJ4MGRnKzhXY1JLeWdZRGt3WXB5UGsxTzJQZnRkTVB5SkF4czZ3bGY2aVVTVEgrWnBrV2RHQjA2cytEbXZNN0FpYlcxdGJrNTUzRytXMlQ2bGZiWFJ6Qk9oTXFzNkRTWWFvOXlVdndpazFvNXJWQ3dyRTRhdTFUbHlmVmxSemRNRm90MG1Qd1E4YUxpL3FrK21YbTNnWDNEZ2ZIa1duU2Y3c2hUZi9hUG1yajFUSFI0WjgvWlNmUHBtc3U2Rjdra0tqMEJlWUxac0hxZS9vZ0tNcVd2dys1WWZrRUIydFFnY25keU1hNE1zR203WUYyUHhwREZ0dnV6MGpKUW5zc0Jzc0ppVG1nQUdET0RRblBVdGJSNFhVNVdpamdNTVZqZzlPRG1wZFhVMUQ3R0pDOXkrN0VBYkEzZVhadG5UL2VYSWMrbXFhN3ZvM3J0WEpXUmkzQzFtTlRTQ3ZXV1hOL0xEM2dPUXQva0dnTTE1TFRsY294RlZkVXJmbXZTVUxlOU8yZHd0N3BKSzNVZExVa2FuS0hzbVE0UVlueEdCVUFjZlI4ai9mSy9USFNhNmNoajVjakdTRlo4d0ZWUzlTY2lVcURKd2pBd3NoaVNsTkUzd0t6a1lzT0ZnbUplakplSUNzR2ZKTFJTK2IwWEZoQ2E2QjRtbWkreXRkVmJJUjFhZ1VnanFhY0JTQXJlVmhYR0lFZ1U3bTVoeDFodXVyb0QxR0JTeWJNSUI0MFVySU5SYWpBVkprYUQxR2FFL3BnV1UrZGIvMjFIWHdRRWNrb2gycjZhdFkwbWhKRHU3cy91a2JDa0E0Vm5jTnJwSnplaWFoNGYwMFdIV044aG9GZXRORFBrTXJOd2tnaVYyNXJKaGhnN3JMbmlLUkJMWExOeGQvczdIQUNrczRmVzh1a09QbTFMQ2RUYjdEK25OZDRMdG5TVlJsNDliL2Z1cVNDWFJiQ1pqTkZyTlZTOFduMG1VRldwcmE2KzdBcEN3bUhVd3QzU2tCbUlQU2tMSCtTWENvYUFnTWdkSUx0RXhrQUQrTDBXbmo0bVpHQ3E1d2FQcFFTNVlrV1BGVzNRVm5nS2hMVU5iYTZMZVpIQzBJbmI0NVF1Z1NRYUlJdkFmR0I3cTQzNFE2ZDNnenRNOU9QemNFOTREdnVuVDVYMG1scGFucWV0dC94UFo5MEJQQVFjWS9aQUxQM0k5UVJRU1B0Vy9jL2gyNkkxeG9IV1d0eG9WbUF3cDdESWYwM0hmM3VyQ2laenRuUGY5OHQwS2hhSk92ZGdNMGE2ekZEc2JMa3BzZ2h0enRzNDM4bGkzQjlacnJ6V0hHblRVMU1BVk1sb0p0L3lzWE9VUXRadTdoK1pleStzUS9PeW9ORmRNbG1TNHpMYjBnaXNkMFo2bDQrU21BZ2FrK3FxNEdLaHlxRTlZMUJpRU1tK3RYeTgybTY0dDYzbHlCc0xvM3hJS2NxajF5VVpCb2h4ckVsU2lGSWptcFhkRzhONmJxR1VFMWVnaXI1Lys3dzNBa2M4ZDFKZTRQbktENTRJVi9sN2FvUDB6MTU4ZTJXb1ErMjg0M0k1MFpLVFEvWEZwSkx6M0tIVFRURjNvTVQ1QjJUdnNReWVYVWZ1N2ZPR3NzUHVzZ0JaVEpmQlNsZVJuK0drMkFGMlU2dXJHVEtVMWRYVmFNVDh2TGJ2TEVubVQrVll2WmloWU44bS8vVEE3ZlBpK1RGbVlIdzhDL29zUW9Odk5zeHlNSDRkMFBseTFCNGZIVzFkY25zdzIyTGtpcmY3clBBQnpCeGdaMzl6dFBqMDlHVFEvek1oUGw2cmRJemRMb2xnNkxPeFFoOHdvcGZlbzE5cHlNb2w3Sm1JRnp4WnJBVnVLbXM5ZXdxdWtTYWttdjFaVkxjRForY2hwSHJrZWVzeTc1NjBwc2xSb1RWL2ZYSnlJa0hPNnB5bER4d2twL3RMS3Y1ZzNVTlpkR2RNaWJtVW5SVVJ1Vkk4Zy8zcUVaRVRwYzhyOUdCZkhaOFYxb2lsOUk2K0Nob0FQdVNxWTFNT1VIT0lVVDZXTjhraEYybUJlWFFmemwvVnIwSSswdkxQQnE4bzhKdFZIeTBGQ0NseGVkeFlxcXFxbXBnVWpCbzNMd1dKTU5Qazhyd3hpYmdnRVBxNHVwWWRBZytvZkFKUktwSWJoZm1hZ25QUDJRM2ZvbHRKMlZSLzZPN2haUmNWb0lGRnNEWDhFK2hYK3FXQ1JCQ1dYSmdJYTlWVkMxZXBFWTU3UEt0MTBSRm1ZK3lOM2VINWxWRFE3bGpHTkx2VnhwNzBkSTN0WjRJd1VXNXVibmJadzVPVE5zZjlxWVNUV01uZ1duczViU211Ti9QbVZiamFvM2xVdjBCNkdnUDJVSnM1VHlhVGlINU9KM25uNTN1aUZielZuemVMM0JHanh4NHNCMFBwRy8xSTBOZGh6bHVTVXpnSXFDVUNRQXF5ZjB0bzhud3hqWGZ4TXJZQk13ZzFQbGk1ekMrdWxITzR3UUtkU25NY2pSYUtqcFg3eTEwa1JFUWxHeFdWQlBKQjgxckk3dTR1QkFLVC9NbEMxZDM5d1E5c2c5WXdrRGVReS8xR0JHdlRHUjR2UmIrVmV4ZGVKcFdRVW9YVUtBeVFocEdrSmo4OGVRMFJHNUtBSWNjVkJENERnWUhKSVg0SWdwVkRKWEFDZ3ovb0xnNUlmcGkxZHJvaXdBVVlWM1BSMFNFSmlvaDBMMWFiYURQT3gxSklVNGVuOG5sQUVWTE54c3FxWkIwUGx2alpTWVBMU3d4djZkM2pDbGdlcFp0R1RFaW1SalY5enRqSjVVVkpuVXdlOWdFZUF2NWEwQmRYbHFBS1hzZGx4NFVqSjhKbkMxVVd6WHNOQnlzamw2VmM3bzVUeFVrR2YvOW5manU3dTB3YVZZYkk4eW1pZUFUNERwVnpRMUt1RnQxVk5pOXJIMkFtMURrZnlEYkJRQTRSenY1bHdFNGNSWEh1c0hJYTlSS1dhb0FwcGhqbUhya3NsVm0wZC92czZid1dyN0lwNDRjTjlrdy8rZ0NET01SaW9UeER0V2p4K0tCWnRFaWl5YXBLUGVRT3l0QlF5VGZ4Q01saWdubmxFNWt0TFZMVG9yT0JCaW9uZm1TZ09KdW8yVm9PQ2JCcERtMTM2anhoUGtqVThtTU9yMHlSVDJBTlh4aUNpcHZuUmkybG91MUFiMnkvZDZPZGdINm0yT0FMRGxqMmExcERxdTFkZVBuUEs0NmZDRVZYQ1N3MzFIeWV6R0dkZVpTMGI5NjhLWkRMR0JvYXlxRTJsMGtpSGZTSTVRWElpMTBCM0dTMDBGMFF5VFhOT0RqVW5iY0lMUWZZK3lYUHZhcjJxL3huUDVoa1VRMzMyQUtscFJLR294UWREZHVTVndwTHFXQzRDNUxoUkowM2dVR09PQXl1ZlVZelhkRENtZm9UTFJvbld5UHV4b05PbXA4TDIwekFicG5RUEFLaWRXR3IrZWFDOFU3NldzampreTh2SVdsWENyeGd1UWhIL1dvakc0SWdrMjZXWUM0WGdIOElIQ2tTelVBQ1JIc1JEMVA1L3RieE9uaVJLYllQLzdpb0M0OXU1WVlGRURBWW1PRS9PQUVERVRObHM1NGg2VHhSTU5LWU82UU9KRXlic0RDazFRNWlOZWFXU2x4T0J6UFErUG0xZ0xEOVliWmM3cW1jaTRFbGo1VmJXMXM3NHo4aCt3eGlpY0RjK2JVaUdOYlhwYVcrOXUxUUx0emp2UnA0SzdNWFB3cG1ZamdKUnB4aFMxLzZtckdya1g5b1diWk5CT25BdDJsVkxFZ0lSbnE1am9IS29vNTdQbkRKUEttLzNtcnFhWmtRdzdmbHhhWmhUMk0rZUJVcEQ3djB4T0FOZmdCd05Dc0VzOE5uYjJBdGpUNEw3d1E3bWtaRHd0Um1sYUhqZ1BBT25kcXNHQWh6WWlGd2dVN1pvZXZrRUxwdm5vbFZtdVBNbGc1K1lqMm1GdEdCeUhrNGJ6VXpoUGd2azgvOU1LSEx5cS9EaDBMdUZNck1YaEc4a1BKSzBvVHZFMDdQZCtmYmtaR1JWUEtaeUVIQ01STGtGTEgwVlllMGFzbnh6TzhRWUVoMld2ekdPZTlxKy9tL1dSU3ZtRzVlSUhTMDJDVzFiUzRhUnhFS1RsVi9ycndzYkd3aDc5d1I4cytIb0ZkY09TN3F5L0xwVkZRcE1oRS9VTnpNTkM2U3Q5YzVpUlFDaDZuYS9SRWNJaTRKNUFkQ0FKQ3dVT2V2M21qUkNja1ZkTXNlSWxTZk03d09lYnNmbllEMGpocnUySnJQbHh5d0cvZm56clpHR3dLaG11SWR3emU2VmxxOHZqd1h6Uk1TRW9hZ0VUUFMwMnZWbUU0V3R2K1Z1YURueUxQSFUxRVJ1TnNJNk92cmsrZS96eXN1UHF4YnRxYWpwYVZsWUJnZEhtWkxHMDFKU1JrWHVNMHQxa3I5RzNGOXdGMERHTG1aRmprd0ZvRjl1K3dCaFRjZXExTURvQVVYUnRsNDRsWUNXQWxlWTdncndWQkJuUldrUytNYTFVQkVXRmkrRXdpNGwvTFZPc1F4Z1Frc1FWUFl6SVNXaVBDWFl1Z2k5T0VMOWZmNEpQZ1dWS1ZLS2xDSG5CVDhXK3NNU3F0UERzQUVqNHQrWWhZanJ6bWpKb0g0QUdOUWFCY3Z5cThZN3hSTjYwSDFXbk9WVjAzSldNaFl4dkxNRFB1ZmI4Z3VnM2hpOHZMak1XVGlOOGZMdDVQaXhJdkhON0d4c2VMRVhvNkRzUlR2STR3VVJrbUxzNTZUUFpzZE5IMHZlQ01aZmg0RGcxamRQZ1JFVUJzd2R5RGs0TVh2dGVOQnYwMWNWck5tNktvZUpXcVdISk9PQjUvVWZuZno4R3NuOTRzV1FmRFRSQlV0SEcwT3E4S0EvWEJkaFVGSTZtQ1RXQmVxQW5QZ3pOQTNKVXFZN3dHaUVFVStndWJwb3RvWmJJSVVRM05tOXFjcmNBdm1jTDZsRVM0dzJYTEVDMWg1eDZtWXNFZDYwbGNQWHh5R0ZVTmEya2I1NnNJUWZadFBtcVRucjkwdUlWNVA1LzFrVVozL3ZzYS83TkNtOVRweC9yQzBwR1JrWk9ScEJ3cSs1dlhuay8yQ0xPK3pUdmlRQTBQUjJETHNBazZGamkxcWh4WTlBNFFhYlpGdC95SEtPQnNYeGlGTmJXWWFVaUI3ZFpRbk1lY2xHa1hDM2YxMk1yWU1nL0RuUWwwdkFzbG1GZmhkRGdYVENRd28rUkIvODl2YXdTZ1kySW5taW5aeDczK1kvbXpPU0I5R3FuK3dYbUg5OXAxU3FFUms3ajlYY25qMXNLbzYvOXVBK0JpQlFOMm5LUjNHVjVpMjhydlhScTZzMEFkS3hZcjV6cFpMZEpxUTBQZmtRelFWemxYdW5KLzZSdUVMcHQwT1ptZ0twczFZVTdERUdoT0pENlJIUnBlTENmZzk3eExVZE1MNnQ0Mk1qQVJlNzhmTEwyMHhXcW1EQXhvUmxzMC9YQk9tNVFDOGRCZ1dQMlBXWlB0NW1lL3JlRnpncmkrdUZZR25KUWpkSEdOYXcyZ2tySUlDR3RBRDRmdjJabVRIN1R6MVM2dCtYQTlDdlAxS1plV1lsZzRSWkhXVU54dFJ6Qy9mcXRhNnluN2JuMXRxdllJM2JKdWFmbExScEU4cDBnNkFSNXBqaDZFb2RjU3NOMHpDVTlidkR1OFFqNGcxNzFHdGJ0WWJyWlE0WHFMZWxqaHk1UmdRYi9nRWp3blAwUnZQTnhhcHFhaE9oTHNONllZNk1TYnRKa2ZJU01xeWRYTnBVUkVOTHZKUHQ5WUZpSFNRSGpZTk1lYlZoTUxYTXEwcU1UanlQUUo4QTZOK1VWajkzdXk3c3ZuMmNuczJvbU51QjhpSWpmZGwydXZUK0t0V3BYN1EvT0dudEZHRGxyUHpUenZ0eGE0V1NsWnBtYnc2ejZQcnMzUFg3Y2NIQncvUHB6NjZXbHJwM0VWVEV4UFJNVEVzUjR4L04wSVpQcXJRQU9rUUkwa0JxRGJBTWdjM2FBUWxPanpodXlJWk9vSENlQytkaklhWG56cXAwTzVLUmtrNnpVeWFZdUtHb0FTUXh4VGVtTzZsbExPK1c2VVRybWJyREhySEtZMElzMktOSWtONy9WZXd1NHdyZUhoMHR2anE2cXJsSHBKVzN2N1MxTDE1TjF2dTdTU0wraGZ1MmREUThPL3VManlNWDd5eWxMUzBpb29YTkwrbWZ4K3hhazI4QitiWUUxWmtkbGd6bnJQSkJRMk9xM3lFQkl0RlN3aTZOSU5NVy9lclVwTHhVVW14UTY5M0hScXpNbmZNNmE5QjhRbWdDVHdPQjhjc2FmNlBhckdzb1lJQUFYeGlTbWh6cGk5SEc3bWpzL1BMRms3N1hmbnJRN25UNFJ6ZnpZSUJIdDY4NTJrOWpxRjg4UGZwckdXa0tyaUVrUXllMjYzZWlHY1JwdFRmeDg0ZTVCaG1OallDZGxzOUtyd1JuYTVrVlZseGk4eG9zUTZTUkI4RVAvUlFkeWRucXh1WklzY3BHOUl4Zy96VVEzcGNQcVdmOVgveDhIaE1aTkFjeXhKNExkWjlObDk1Vnd3eFhFNWRaaEM3NTB3aWZxR3lTbHk0UHhFSzR1TGlDaFBOS1MwdDlVbU1UVW1SbkdiM3lrY2FlbmtHODBVSVRYK2cwekM4c1EvN0Urc3ZhSmZlNXg4dFdJVU1NSk04Uzd6Umw3V2lNQVBDMmdSTGlGUnhBTUZjTXdsUVJKcmNSVm5nRVpWUldQeGljZ1FwOWpzOXBYUHR6VUFOMm9pR2xMZDNoTmFJUmV6czdDMW5YVWpJM1MxM1d4RkY2RGJiMjBXeXkvWFdqY3lINVp6Yk5BTkNPMUFpcTZKeWZiVS9EWTJYQnFkWllsbllLckhpdFdIZUVxdzdBWkFMMk9JV2ppeUJIV3JKSVc4WkNSTFZPMGt0dlBXRWM2M2JrVGFUMzJRSVhSYzd3N3JlOXpzUk9FeHl0UXhzNGMrUHQ4UTh6a2N6UlYvSlpoYnJUOE15aVdTNjI3MGVNeHZtSGpNMkgybFAyeDVQSXBqYUdweVBsNGhmemtLMms5Tnhmd2pLeWNrNU96dHJhaTRyNDlzSEpBL0tSNUVnTUxWZVRTM1ZXaEQ3UEowWDFSbkJ4Y2JGVFU5UHh5VWtYQythWksyNkg1WjJ6NlZJbnNTeU9ldnV0TjZ1ZVd3RzRTQm55QkJsZWQwczdtYjU2S2lyMzIyR0VQK2phRit0eHZMWTJPRDFHQmdZbHV0dFhzZGMyZ3oyREM4cXZwVkNNK25ob1NIV3ROSGo0K1AvQm9IaDlVekcwaGVyaktUTnpQWnYyMjVib1dvcG9RcnpEeCtnVEFrSkNRa2ZIei9rR3JrSmxObUxHUnZuVFQvQ1hyVFgxR1kwbkhoMGRKVDE5SmRLelFXV0l4a1hHaTJnZWFsR1NMY1Flay9GL1ZjYlg1TnpsRFNrMFJyUUFsMTVDd1ppVUtiUHl6M1UxVUtmRFltTGk4T002QVdnQlBiTXh1ZHhXVG1OcmZGSHRkcStrUHpSRms3QmRVOStwalNteFVSaFhzR29mYlNxUXgrejFHZlBPMXN2citmTGNRRWZ0ci9NeWFoLy8vNGRxRUx1TUs0ZWhTSzJKd3hUVGJwbUtrTGlQamxidXRKdkVyaDd6dXNIWnhVMkNqNjhRVnF4UzV4MFRjVVNpL1NiWmJJQTNCaFQ3QmhYZXYrbnZyWFVzWUhOR1dzUlBSUWtyYjJWSXIvKzFMSTVPdjQ2dGVaV1YyeFNVZDBkU2M3bTVheDRVN3IrNjhTTC9wVElSSlhJTjM1NnFCdE40QjhIbHZ2MW5STWJDbU5vVmxJMDc3TG1abUpoY2NoejJ1SXdyKzJTWDFCUWtPT0gwdWFMMXVRKzNoTXRSZHRkRVdXb01UVU9hQzMwVXBrbGkyYUpSUSs4SEJWVFNJOE4rNENSZkVtTmpKUXdwcUppV0NUeml3czhYSXJ2amdwczB0dlEyeWtZdHJ2eWl3bFoydTBjblhWTmYwaG1rWC9qOUxsNEZDZDBzZEc5dXRPY3Rjbkx6K2U3L3h2MzFXcEpGbFlJL1gzRURwUVRGSG11UU5OZGNzbWhLcytFbG12S1dSTVZMU0ZqUFV4NjBvSHY1WmJYelJMdGFFVHlzU2FrRXFuMEN4U29CQWlidG5CcTluQ3NiM3Uwa1BlVFdGUitNQ2I4RmowYzZtWXEwazJYZENMRGNmK3RRL1c4bDlRRUVJUS9YUis3dkZadFJDRFpXQzZraDd1WTJuWVBqSTZpQkFrL0Z4MGVPemV2ZXQvL1BYOTV0a0V0VE12VHpvT2haaDFrYm4wTytJZ09GRFc4dlF0N2NFZGF3RFZzV0ZVY2VDLzVrUngxZDNKek00NjJCQkY0Y3lRYXFFeEluQ3R6K0lwbFRvM05XYXlibnJtME9UZWdkYlIvc04rNUc4SG1VOUtPUFdmRFdMOU8wNzlwaTN4UlEveE82ZXpyaGE5NlZFdjk3UEVjN3A1dDcvRFFWdlEwYitablBmMkZ6L0FmU2ZiWDI3QnpUTDhhQ3AvRklYYklkREg4aUluSnV5aFE2RFlRcjdOWXhXbTJ2bHZ4SXREYTI3ZitJVDI4dHV3SjZScmR1dUVockZDbmJ5bzdiT0wvdmVRNE1ReFRSbTBhK1FzaytNYVYvKzBYZzJmeWhjTCtoQU1yaVhhWnFqWElONXQ2RXNpTFpBVUNCb2tHYktmU2RwYnZYdmYyOXArZkRMSmhjMHAyMVhOZTUzRDRqaGtqbVFtS2xveDNsK0RYOUJSK1F6a3paaTUyRG80bFN3NzNaTDBpRVZSa2VaanR6dzg4L01GWnhZN1hqdVc4VDByeitmczhlMDBmY0JpZENPVnIrSy9QRDErYjh2VC9XRFZxUUZrdTFFQzdwWGJnR3FUbEpPUWVLcGxibEozcnd3OXdUTnF3dHN0K2FUWE1xT1MyUFpJM3QvUU15ZFl5Y0w1QkRjbjFHWFJGWjZOcCtzdnNrSUNVMUpUNWZCVzV6eHRGbkhCVm95SC9jcTFic0JTZUZ2VGpCM0wxb2llVVB4WnhHTnJqL1ZaN04rN3AvdEJWVzBLbU9INFZuNWpKV3ptNFdJSjh5M0pKZDNzVHFkWmpnM0RpNnJJZGhmRnNRK3pxc2ZPVmJrbFhqdWRpOXlXSEt2SFk2MVB0NXRvNzNoVFpWZjdDUVRvNk5DaDZId2NhNDBZSk8zT09XUG9LV0JzWWxRNzFucVg3bm1XV0JVdHlXV2VRSEhDTFd1N2R1aG5NOE1oT3MxYlVhcmFmZzlSNGcrcVpWdGFtZDZkdEwzcCtIeTh1ZTJRNXdjbzdJN3MyRkptNFMxMkNPcDV1L1VKVTMzeFFGWWhGZkovNnFqdytWQUJrRzd3K2QrR1hFMm84ZjdEVm5meTVlbGRmZjVIMWJhSHFBYWgxTWJLOUp1dFUzdHlqT2pVZUg3b3pPQXZJd2k0anF2M2RlYjF0KzVuLzVXNDdKeWRIYUdlYUEvMndFRGxESDRVTjhMaThiUDloSmRDMitZaUNJbWpiMzF3OHZiYnF3M3E5MVRFTUR3TCtxWGgyL3FjTzNqblBmMlJWclNhMy8vbjJWcnUwOGlacEdyVkVqcWVDVzlaMU8wQjV4d2lOL3VBUVV6WCt4T3NUY1hibXZwM0E1YlJuQzdieWwwOG5YZmxsQW5BQ0JOM2F1RElBMUZtc3JxNm1jaVQ4cElvYjNkREpoK2Y3TmVhUXEzTWpkTmxYWXd5NGxtNmZndEdPdFJmV21GMS9zQWVLZ2Z1RWtYQ09qeXZCSGNmNUhoNVNJT1E5RmNEeDZEV0VUaDZSMEZMaW1wYkpLMnZwMFp3L0dvV2NtZGJjeFBCS0NnNVQ5UHYzelVxRC9yYWIydkpJWmNuYWUvUnI2cGxVYzdib3drSVUxby81ekVLWlgzUk5WZVAySEJEQURzQmZrZ0pSOXhLbVNMNUR4QXQyWmVKOFYvMnFxQ3ZYSENBN1ZSa0l6NFg3emdRbWtleW1wQVYvK001KzkvWDd0N2R2dWVHQlZjbzhxbkxxU2EzTVBRUkZiVGhwQ3UvemlBZ0RSKzE5ZkNFdXRCYlFRVXJtMnVaY0ZqSFhtWWxXcG1XSis3clhZU2RwVXFicHQrZUIwUEVIekdIVmpDTkJSWDRZUXFTMmxNaGw2ZHN5SUxyZFJhei81UkhmMml2TEhlaU1nZERTeEdxN2k2dVozTmp5RDhCaHlubDdlelBqV2xwWkhjdno4Q0k3enVTbkt1TmgxNDcraUxvbzNyZ25LVnY0S25OQkZLWW9DNWh5RnozczFVOWd2NmNXZ0U4TUdqRlZBSlpVQTlTeFNjRG9qVklTT3RIaE1rT1dLd3lhejFWOVZkbHVzamVhMm1YcWYyUlQ0WGg5SllSSnlPdjdZSkNKODFYU0NnWGZJNHlWVmdMSk1ZNyt2OEFWMVRod0JkcHR0R0djNmFjbkxva25YbWxkWGhEUDdGYTNqbWtmTjREeTZSd1dvS2NlZ3VOZTRzZWQ2UEFTNDRFUlF6N3JXS2E3aFF2SEJhQ3pyM0VqZURDOWpNTmZ5NEpQOTM2dGllOFRNeFFueDFCQVZhdTE2dDR0UHBPTjdjUHJINjJzUzBEVFBXeXhmOXc5aGMya3FhbUpVZnREeTJKMmVMcXVIN0d2NlZmMUNsOWFKZS9ldkhBT1JVcnlkbGtzV1FXcmNCaHExU3lFYklzWThlMkdaQXRCc3B4eElvbldQL1ZxSDdWNkE0eEpKR3pQRmRkeWhhb0daSWJrUzhaSFIrU0xBT1hpSDlTbnMxeWlidEhlMkgreVlFVzZDSjM5NHZFR3ZLY0hYRGdiMUZMRWY5RE1YZTlnMDE0OUQ4TmZId3kxdGpiL1ZpdFJvQkhBVUgxRlFHdHB4Ump3UGpqZU9LZ0JKMmwrWG16TDlybVphbGMrZzMxSlQ1MExjUDlkY0ZhZFkrVHgyRlFTZkVxcy9qeWdmblRZTGFUMTlRUSs0SERuVVBmVlhWcGEyc0hCZ1RWbHhza3IyZ04zZEU4aGxtaU85a0t4VDV5RzEvU2JRUy81S0pWWnREMHRRcjBVYXNQSDNLSXBJZ2hHTkpCOGFLUmNzY0gzYnRIa1dnWGoyaWptVzVzYXRvcksyYjBNWTdSbFFnOFlvSm5WSkIrRUlRRzhOSDA4RUR1QUlWOGJpVVphdHR6MUpiMGlRNVBvdnlXYU5kSzVkOVZYL0VNQUhPOFcvR05TTlNObi9ZRVg1d25PbW5yTlVSRTIrSERYNUdQejVpTzhqanNLUUFUWVBuWWRuK3BhLzNMeHV0ZnpBUHRDZnBJSVpod2hyR1ZtNkJyMllRWjU2UFpTUi9UUzBOZVBwTVRKL2ZnMnFxZFBRLzlQWkZxSnNFS3hmWlZsdzViMTdZMWlPbXBWODhNTjA5QlNkKzJ4VVpCOWswT0NhVjBZTGlobHBDYTJLMVVlUWxsN2NGTXczRkJDM2Y0QXhHOEZyeFIvVUVtQVM1UXI4R0w0VlVTTHpYTUJJRzVjZkFyWVMwYWkxRVVCMmZJem5oeklyN0NRMEI0TklDZEtmWmc2WVdZeS9hSE4xN2lFelh0Mk0xU2dDbERKVzM0TGlUeE5Pam1tRVRNUDJBa3o4dEFkUFYwVmtIUWlnY2ZYK2JML1ZXTDBsRWRIRHZPRjEzWjRaOGdxUlZrODhESGN1V1NBeWN2cGUvZnQraXJJZkxzWXFTZ1M3WmpQVGYvcjBobis1d0NidkI1V1NGYm5ScDlnZnd2MjNBZUIvVkp6NXpCbEk0cjlhMkhqVDJoWmdhYkh4WEZTQzFZWWRGeCtFV3ArOFVhYStZQ05pdnE1eHZNRWJ5dWYwRlR2Tnk5K1JFdGsvckh4WUcyVjBWcm1JaWgzc3RDNXNSL3ZyRUlYd3pRTThXMm9sOG9CRlhKa2pmK0ZNUlF6RUtLZFVBK0taeG02V0dVK2lXV0NRMzBxdVVkN0dEanNuV0hqeTgvSGZRb2xveURhOWUzNkw2NEl6UHBwdmUrcmRGQlBSeVQwbkIzdDBYbVgwN3FwNTIxbUV6VlQrZXI5NjdoQTVJWXVoSUxNYXE2TVFyNk16dFgycnpsYzNCQ0tiVkk2ZWJEN2QxU3loSTc3Q2JVMU4wUmRlK3VVQkc5SXpDdlAwVHZQQVB3K21kZ2g1dWJyc1pJV2FBcEZIUDdrVkZMY054MjFhSWFYbHI3TzRjaTY4ejloNnJ2YjNTVXROSWp4cksvZTdhQk1IcERRRnlTK1Jnd21UK1BMRUhSbitkTVAvYzdVSjg3Z081VEdVMkJpWURpK2ppWEc1V1pKVmk5ejEzTjl6T2xQVWw5Z3l2ZzJOVzNjNnJyclFtd1hMMU5MQ3NjV1dTeTFrNml4Ny9Pd0pBL0JuR09LK1hlOXRHQlZvTzFaODZ0VmFDZXlZUjR6Rm1yWEJjNjhkQy9Fbnlua20vdVo0WTNQNC9IV2F3SWNtWEpsWncrYmxHMnVXM1gxNjFPSGdFRGJ4cUdaeExCRTJtL1FUNVB4b1FyTXhOT2dOdnVIMnR1NDNRSjZ1ZmpPRWVPckFnRTJyeHZvbitIZ2JXQndVdlo2dUdMK2Q0TjB1NUhxQStWdWZmN09hOVdsejB0V1RVM04rc3ROL1ZlcnBNNlJ2MHRWenA5Y1lGOXhuemFpT3RGbXh5U3FMQ3gvWlZIQ0R6TTRTTkVmTmZuRHErMnNUN2Y3Mk4rZGJlNW1lcHpjNzJaeGRyM0hsL204TFc4N1B6bDczL2orc0cxVFVadlZPSDgzamt2dE11Qy9Xa29uUFBIVHczdzdoLzhtdmd3OUd3Tk9YdG5oNjVYOGE5N2h3ekJUdTJXZU9rdXk0Tzk5R2E4VmROaEtLSS80K2ZNbmpxNm5YZkF6RG5QeU4yTm9EQnBKNDdRWlRtUkFRVUdCRXVZSDVXVjlaZ2VKOVNxalllVmw1blBvdGFpY1FqVmRMK3dPYlpmVlQ3TVEzQkhZMzhORHA0R1hHd0ZvT2syTys3MDR1ckI2ZVg4emFYK1RHNjZSN3hCNFpPM1JBQUJTMXIrMUFKbVZTcUN6Q1JFMEVQTU1hNUNNNUVDTHBQMWoxcUJTSjFDYnp1TnlBaTl3Si9TbEQ3bGROMkRRQUNMQWpjWjNGYjFvdWRia1ZKeERQYzUzcXlVbk4zWmRvM3ByVS82SjZEekxrdEFCb1pDSkMwcWdUWXhIVjg5R21CRDhDVnB2VEF0elpEZHplV1hhcE9CYllrUGc5Qzd1U3l4UDdkeGd5cFJKU1pUNG9YbTJiYUJ5b3BoYnNtZzdkaG11aUVnUmZTRXE0RHRkQkFad3lwcEl1VUpNMnBRQmV1Mm1xd1ExSFNnZEd4WjQyUlo0T1RJUndLZjRmalZiOUZnL3Y4VHZmbThTNWNsYUNaRjFTQTFJeE1sc2J6QTZoTTE3L09XR2tqTktGVjNDaVN5Z0ZwYU1uMEtQYjNCSFhyNUVhOEZlRGc4b3o4SUt3bWdCaVdKNHljb0FCbWx6UjZIa1drYjBhclRoNktqLzd1YWxkcnUyZ1Q0YzQzczBhVy92bDdFTW5vanc4RXp2aDMyQnAwMDBiZTF0THFSVjE1N1hnQkFieGd5QU9tZkxMSW1TL0NKYjhvcnJLYlNwaFdYbXM2SGF3aUhYc0FlN1J0MERIVmRXanR0cTNycUp2OVE5dG0rWUc1NWdTbjE1c0JMUWE1UEFKZWlYc3dCRUdyR2o2aGtxcVVoV2NBNEkzZnplVTFFeU5EWitnUUxXNjNLVVU5Zm4rZm9maitvT1JvbDR6OUQwKzcxMXB0MDhpZHlmWE9sL3ZLWkFQdXZubDl6L1hjL200K09ESmxKcXdTUFNGNHphcXRsM3BSdU9nelpHZkFxZTd5dSt2MWZWc0oyeDVlNkg4U1ZYanhuNlNESEtwYmFDNDVvNkMyS1d3UXBuVUJGc1Z0QUEyOHpDcnUxSnJJZ3FnYUlURTIrT29RVDA1ZkgwOWQveGFscmVaeHQvWGIzZHUzV1I5N2R2S2h6WnhNSkM0V0ZUcjM3amNkMnlrb2FxOFdqcUo0dTVFakI4TUd4Sm9wWGVKeUdTVmhVV01kalRNQkdaaTB4eXBpVlIvaUV3dW1ROWprS09iNlFkU0p6a1VYSU8yOEFDRVZiT2dRWGRLSUtFakdTZlBsUVFRR1MyTDlrTTI0TEVTb1c3WFVMNGJsY2NRdENJdlhjUzFOb2VWMDhURXhKS3Y5V0c1L3pJRTlzbXhVVW00ckxQeThzelhOQ0tWdFBIU0VpT3FIMHdzaVY0NHFmTFp1RUY0cWhqQVpJbDBTdGd3MHhXV1lZM3Q4Z3hucThLT0tMNEZlem9rVmFzZDBsejVwbzMwK1U3SWxWYlM2bFk0eGNsZDJPMUJZbVhDdmM0YVRRNTMrcjkxMDV2ODNvOE9EZzRhYjFkNnlmeUtHbG8rTXhnNVJsQ0xXc09DNWg2S0dGL2JpYzcwcGpoRExhdUNydWhEaGllekRYek9DQ0xvMVpYSkREVSsvcndCZThIbjlTeTdCWVJYYUpGcU9sVERqbFFHM1pCNXR3b2xDemFTWW9qVGVSeCt2aUNLR0wrbTMvSHZHdVQ5dGEzSzdTSTg4a3pVUGxoQ05janZtNDcxZFRhK3VUb1NLdldmSGJoRDVVYmtlQlV0NjZpMUNVQU44N3BTZ1NZK3Vxc3pyMitENzBwaXlMZEw0cDlXR0tIME1haENhRkg4VC9za1VYeFRrMU1WTmlzdHhHLzN2VTNOalpTL0NmU2lmU1YzMHB6T1NkRGFMRktTc0NDOFVsWnFETXBtbnByYjdFUzRjMGpTaTJjZDdpSE80UG9NUUIwSi9ISy85b0Q1bkVxcHV4Z0ZzYWFiUDU0V3dncE9pdVBtbWp4VWJTSXNXQWNLamVnVER4TmR6Rnl2ZGNqdER0R0FyUjZlc0ZFUWdETEVuQ0Z1SnRDR2hvR05sMkp4VTMwTW5SRXBPZ3pJOXZRTXEzd3pRRTZRQ0pSMDBGZ09nTWlZVkpxVnIwa3REL2hSYVNYalE4WjhXc0p4RXhxZHo4aTRMTHZzZVJJaWwraGZ5ZGdiVjZVSnlFdHJWbG4rYy9hbFZXZXo3clI4UEh4NjIzVzEyWm5lKzIwRkJVVm9UYjVkSDg1YXV4Z2JBd1pLQnNLa3NZMCtyV1M0ZFNZamNFejF4dFVpclFoRVI2Q21MNWpkYkpGZmZyemord01SQnZTZGVIYmo5cVJGeGdtR0MyWW1RQk9wK0FXcGg0T2dDMlVWYVdSZ0hWZWZrZHVTeitKQVhNQjdHVTZXUzIwQ242YlBPQlhyV0JCNk5BaEpGZFlJK09FMU1FcWVpbUlUN1Nrd0Z4c0xjL3Rmd3BCQi9uRjFpRkdxK04wMjRWbzBUZit4Q2xGQmttNHo5VkppalA4cStEemRPNzg0c2NxSDJCRE1uanBsVXYvUERrMzU5eFA2UExEbmRwVVNoZ2lxK1J1TFVLYjlNc3M5ZmQrKzJOeis3UlRhMUZSVVdYbCtkL0JPUEVvb2tqUmp6UXhoakZxMnZxL0k4aXdLOVMycjM0NnNSRFFMalE0Z1FxbmVZNDI1dXVHbGpObUkyOE9TQ2FGS1RqaXFRNE8weTJFclpibnZ1Q0ZuT1E1L2pWREFBbVN3REtpQWVpVU1GanBkTjlXU2ZEVUQ0Uzkxci9MOTJiSlhWaG9jZ1lpVnBRdE9yV1lzam1xU2VZUXdRSUtZVlowb1FuTjd5MzVFZVBoLzZ6NEdjbXEraVJIbzJvMG92dnBUNXpNZ1NWZzBHL3BDOEVITjlrRUc3NkprOTRwRVRqTk42ZnI2NjhjN3lPd2NYQ2lkczVXWktUNnJDU01jQkg4R3g1UG12OFY5V2FXeThvWVphZTVlWGg4cnJwOUdwWW90a2liMHd2cUF4Ryt1d2lSTUZVYXRGSVNWNnNSVC9tKzRRa0lJeHp2MjlrMkRCSUJLMVRxSlAyYVpBNzc3a0NDOERjR0FVVHk3V0lMMnhkMndycm9ZMDNEUXpLWkxSYjJZY2d6aHhMaXdjbHdBQVdNVzFnVmIwN2JPeW5jblIxUWVZQ3kwalFwRHcwaGVZTlRhczNzQ0VpUTlkT015Zi9iek9GdjFJblV0QjdFWlNmbHN0c1MvZnAxdXJhc3pxZm9YMk1RRHc5UDR6L0pIYnREdXR4YTYwMU1hTFl2Rm5HWGpxYldKUlpiMEVIb0tLdEVIZWcvNGhFSkk2UmpuOHVFN1dnbUUxNzFCOWhkSklWTnlkRnJrS1F4MHdtQlpON1cvREd0TnY2T0RzWGsrZVdHRDVWU2dxdGx2ZXFwaGJtT1RObUJDSDlSV1AwS2l4M2dDa1VYdVdYWE1sT1hBYzFSb01McFhBNlkyUWVuK2Rkb08vajdFbHFHNmF5YlduTWRSTS9YTjVZYjVWVFpibllKa3B5ZDl4UDdYQmZyRXY1YVlwZnM0eU50Nnd0V3BrU21FYTBKcFBkR3o1WlRLNW40RzRDVXA4T25EakE3bzdnQjdIMXJTZjI1ZzByaUdXc0FFZ0VDcktLRW4yYkovT252TmlYaHA2YWZBSWIxWnc3aW1Yb3JSR0Ztc0FKcUN0aXR3S1hFdDRLdXZvTFhOMVR5NVBFZ0VYMFRkaEtHOE5uaWJYUHBNZ2ZoWlVjZWg0WUZLbVR1amFJRXhaQnEzdHlPVEk1ZU9kaFA1QUVPblVFaS9xdmVzZUcxZGZnaUZzRWpVZEQwUHEvVFFYd09OWEwzdnpVYS8xNzFra0tFRmxQNG9HaDJXSHFMbmg0aEpjaEFGTEM5OGFJL29rRUlCTExSYjBhYi9WcDY2bXFGZG5BVjI0UXZGb28rYVk0YWpkZFZoU0J5bkF3eDBOczBqLy9TOXVUNElmSUczK1ZkMEE0SVFZenVNUFRpZXVQL1U4ZWxZYTYxNWYvMFdkYVFtNVhZR0pCNzh5N3VVaS9XVlZvK3phcktnS0xVZkM1ZGFwM1VIbXQrL1NJbEl6TVlqS1VRRWZnUXE5c0xLU1ovVEZmdFVIMkRSN3pqMHF2dUkrVEVCM1RnM2Y5S2UwcERuc09Pc3lDdzdkZjRFdmVzMWtEVUhDOTAzd3hLK0hObFlhMGFjQlM5K0huWWxEZWpaZXBINTZCU245OWtNYTRXVTM1Ky9wOC9iYmRySHU4amVxM3IvNjkxRktaSnFVOGs1QUphbGprbHlFQ0hPWmJ0NUp2R1BsbzdPNllxODV1WWsxZzZyU2d6ZDRVWDY3ZzllUElJQUlsY3NLb0RmeWZrc2Vxd0p6cThFMVp3dW1iVk9rcjA0L0h4TVpWYytnUjdhWFB6NDFTK3RGcVRkS3BvbHBoLzVvRnloOUNOa1UvUUxFWG5Id205WW45ZVMzNWkweVNJbW9TOGlzSzFYZHFiMXE3aVFlOWkrczhicUI2cnF1M2pmL1ZMdlh1MEVQOHRSVndXVmQzV1JpZlBBSGVBcGd3cGtGank3RkZXZEtJL3pWTEtvTlJQTCtiT0RZNk15RmpKb05DM3NIYmJ4cG9vTW9Bd1BxUFNJK0VSM3A3L1hZZGx0cDQ2cmZhajZEVC9JeXhjZDJlSUVhcldVQjJZMnBqZTdKVjl5REtLTnJydWhlS052UTB4NWlwbkpZMm5kM2lHdks1eXphcXVtS1l1TXlSTmZVa2FXcGpJSVBpTVRvOGs1QnNoTDB6ZUdlTnQ2dHMzb1BjVlZidmtSQi9FTVhTNXUzcFNUUi9iUXJWbjE3K2FtVTJsSWxSMzMrT2R4UjIzUndVSXh3TG8xeUFKN3pUM2hQSjJvaDg2T3grb1gwL2xaMERqN1Y1c2hMaS9xM2NORnpOWHE3eUV2MzM5NWFiOVFiMVlkNjVGNTg3clVyWUVjbTZhTTA0YlVCTFRjVzlaWDJITHd2SkJ0U2o0WWhCMjRiTkgwR0ZsSDF2QWhRdVZXeElqR2VTY0hJU2Y3VWE1KzFSUkNXUE1IQ1lUaDl6ZGg1amM2V2lTYW9pYmlRNHZsYXZHd295TDJWZXoxcUVuZzZ2MDd6eFlHUm01TDVBVUd4ekFjdjRLd3VOSVNlMDY0S0FGb0NJcEppZGFKcXpuLzc4QVVFc0JBaFFERkFBQUFBZ0E0WHNlV1hVWmdBdXlBUUFBT0FRQUFBd0FDUUFBQUFBQUFBQUFBTGFCQUFBQUFHUnZZM1Z0Wlc1MExuaHRiRlZVQlFBSE4zWFJabEJMQVFJVUF4UUFBQUFJQUdtWi9WamJybm9KNkE4QUFEUVNBQUFJQUFrQUFBQUFBQUFBQUFDMmdkd0JBQUJ0YlM1aWEybDNhVlZVQlFBSDEzaW5abEJMQVFJVUF4UUFBQUFJQU9GN0hsbXZoVldYZ1FJQUFFd0ZBQUFQQUFrQUFBQUFBQUFBQUFDMmdlb1JBQUJ0YlhCaFoyVXZjR0ZuWlM1aWFXNVZWQVVBQnpkMTBXWlFTd0VDRkFNVUFBQUFDQURoZXg1WjdjLzJybXdKQUFDYVl3QUFEUUFKQUFBQUFBQUFBQUFBdG9HWUZBQUFjR0ZuWlM5d1lXZGxMbmh0YkZWVUJRQUhOM1hSWmxCTEFRSVVBeFFBQUFBSUFPRjdIbGxzSFF3ajF3RUFBQ1FHQUFBVkFBa0FBQUFBQUFBQUFBQzJnUzhlQUFCeVpXeHpMM0JoWjJWZlptOXliV0YwY3k1NGJXeFZWQVVBQnpkMTBXWlFTd0VDRkFNVUFBQUFDQURoZXg1WkpQRGIrRG9BQUFBNkFBQUFFZ0FKQUFBQUFBQUFBQUFBdG9FNUlBQUFjbVZzY3k5d1lXZGxYM0psYkhNdWVHMXNWVlFGQUFjM2RkRm1VRXNCQWhRREZBQUFBQWdBNFhzZVdRU2VOd2d0QkFBQTJEc0FBQWtBQ1FBQUFBQUFBQUFBQUxhQm95QUFBSFJvWlcxbExuaHRiRlZVQlFBSE4zWFJabEJMQVFJVUF4UUFBQUFJQU9GN0hsbEl1T08yWFNzQUFQa3JBQUFOQUFrQUFBQUFBQUFBQUFDMmdmY2tBQUIwYUhWdFltNWhhV3d1Y0c1blZWUUZBQWMzZGRGbVVFc0ZCZ0FBQUFBSUFBZ0FKUUlBQUg5UUFBQUFBQT09IiwKCSJGaWxlTmFtZSIgOiAi5a+85Zu+MSgzKS5lbW14Igp9Cg=="/>
    </extobj>
  </extobjs>
</s:customData>
</file>

<file path=customXml/item25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26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7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XR1SGxuUlpxNnlyQUVBQURnRUFBQU1BQUFBWkc5amRXMWxiblF1ZUcxc2ZWUmRiNEl3RkgxZnN2OUFlRWVMZ0tEaWxtVm1ic2srVE5UdHVZR0wzQWt0cVdXYldmYmZWenJkdE9vZ0lYTFBPZmUwOXhUank0K3lzTjVBckpDem9lMjJpRzBCUzNpS2JERzA1N01iSjdJdkw4N1A0aEZQNmhLWXRKNS91YVFWdFZ6YlVzaHVqZWpLdU1aMGFIK1N3RSs3YWNkM2ZDOE1IRDl5UTZmblo5UWhmcGIxUWdvUUp0NlhyZnBiNm9vbmdsY2dKTUpxVTlIVnExcnllN3JtdGZKV0RuWjdGNXhoQ1FVeWVNRlU1aG9uaE94VHJtbFJLUEhKRnRPY3Y0OEZyNnRIV3NJUmZGU2hycmFDL2ZwVkl2RU43bGdLSHcxdXVFNFRBY0QrbGhXUzhCamhGbkNSNjFYMXVrYUhTVUZseGtYWmdPL0k5c0VIbFZDMi9wZHlMWUJLU0RmWi9NeEdKM2JJNGtMRHJoZDFqOWdnbklJM0ZpUDFhQmdkb3BJbWtlTVJ5L1g2Z2R0M3ZhUHRUZ2s2L1k0aG1OQUZyQnBtcFg0WXZXaWwyaG1CeGUyRE14U1BLWlB5cVpKcUNMdjZGeTZXSTdyVytzSDJKZ05pdXJ4eU1jTmsyZkRNM1NEN3c4ejRKUlZ5dTAwRHUwR0dxL3dFcUlYTnFkYnppU0x6TlArSXQ0UWc3SnFFT1VPNSt6VVlpZVdVTFVDdmZOODhiaC9PU2UxZUxLYzVnR3hZY1h2N0g2QmV2Z0ZRU3dNRUZBQUFBQWdBYVpuOVdOdXVlZ25vRHdBQU5CSUFBQWdBQUFCdGJTNWlhMmwzYVRXWGhYYnlETmR0Y1pjQ0xlNFJnaE1DSVlGQUNPNGxPQlNwUWdzdFVxSDZ2TDMxdjk4NDQ5ekNISHV2TmRlVkNmWjc3TXg1MXJINXVGK2ZsQ1B2VVEzaWQ1YXllY0lIUVcybVVLMzRZRlhBSDJjYnpQZmF4ZVVSaDZPa0JrZlcwZnU3OGlvZGthdkUwWDg0Rm5Tei9oR0RFNnY0UGowZlpJNk5RVmxwT3hZbVQwN2lUTUxCY1g5K2NKcE9WNTlxRXdrbEJDelBsZjVhbytGNVpXT1RPRmZaM2hGSWhrUFh5YStvZWJqUWVodWIwYmlaUW9mU1Y3aHdoU21OdmxMa1BWY1hPTUdwRlZSY05lbE9MQnNVQkUvTklzaTQzOTNRTUpEbHVsVDdoM3JZWHZETEFnbk5ZNWNvbTFPR2tSbmphcHJUMjFoSzc1aWVXa1lWSWptQ2VMYUVLR3M2aVl2MGkvSEJIMzJURkxBWkozM0FheW00NldwMTEyM0trR0VyN0xtRVlnVkFma1o4V2lSbHBhZFAxSmkra3llQlVVakwraHE2WTVXTm1EOE96U2ViMkUwTjV2NVZYMit2Zis0YnVrOW1rN1VtMWc5SG1EcmE1UUJjckJUVW1IdC9IVnROQkg1NkRYYXVMdUkxdm1Ed0IvUngwTFZUQnJMYXlEV2xRZXBVSkQ1c040K0tyWWYxaDZGaW9ZRDRVOHlBeUlhZ2xEeklENldZVGpHdlpIMzZZMnAvME1HenBjeHp2eTVmRVpRVVFmYXZXQ1NyMkRsR3ZjNzhCRVVuRjdQWXNkYUpDZlZhOTJSWHJ2QlY2a25iWDRoOWUvRVFMengrYkIrOGVqSFpYekZ2TWg4MTB2RWZLc3ViYW9qU2dxRUNnSDFIVVgyb0p3REcxWHI3V1VTMWZDS3gzaUJBeUxkY3crNE9SZDVmUCtlQlVpZUdOYmgrS3kvREZ2WjN2S0V5Tk4yeVg2K0EwUTlPd21HZjM2SjBFNFU2bDg5OHpuYnZtYUIrVEduUmlkQVNxYU1rWmliMEtOcXlzSlBkODcrSXZiVWMyM0pvaWRNNkptcHh1RUU1RFViQW8yNzFtajNrRkgyM1E0RXc4ZnQ1bFRlNkJvM3pQdnRvVjVzalBuM3N5V1d5RUJCNnRUOGhSUEZVbWlpTS9kZURONVZiYnhXNFBzODNXZDVjcWFDOG0ramhscWJBVUVoanQvL3h2KzRvZkhnZ0I5OEV4bW1ZUHcyY2pSeUQycm9yZzVCZ01CTUlKSE9IelpHalRtSlpTejgzWnBzQ3pPbHllZzFEeklta2M4ekc3U0haSFBOeDRWZVphdnZYZmFVNkZ2K1AvL0wvM2Y4Qmo2RmhObnh4MGMyZG9uZ24wWWVNQ0s5blZlcmlzY2RzN2Fpd0ZpWlR5ZjdqZk5TeUFZQ2kvVk4vMW9Ba0Z5TmRqWm4vVnpNQytVNW5NQzZ5cXlQL3NJL2lRaE52QjluMmVUYkFFb2FDVHh3eFJGN095Vy9sRGt1R1ptZXZYeWpZK2VOL0xnQTB4bGdHMzkvY3BOVGdRcDVRN1ovT2IwTWpJaDJrTEZMSFQ2bDZmek4xVUNrN0V1UCs2dDV2c0Z0TEdtczhqVEhLWnNQRFczWmhOVEZLWSt0aTVuenVvZHVxWXdCRTg4NSt5WmJtZ1JwZlRCb2hMZjNZTHVNWjBWOGZ1cWs5M0p1SmhPeGpmK0wwTzZSNHc2MFNqTnZvSlliYitYVHNURHJvdCs1Nkgxd2lKU1JsbjlWTm5qTlFLZDZXbXdTZjU3TnhhNlZsRHpualh6b0tuTko0N2VkeWFuZ1BKcnBwL0dtemFPOUVaaHFHUWhaNTNHOVpYUisyRm9sejZoa0hUR3lqVkVKRElNaGx3NmZWYks1dUF3T0J2L3pabndkRnZQYitlNTh0OTNrQmpySDhXT3RZOWFLQjVwbEY0WHBERzB0K1JhNFhxY0hVWVhkRDhmV1hBNWhzeW5XN2d0K05PeGxjRHFKQnVabFF4VVgxK1V2RlRtcXRDb1Qrc0d0NzFPNnE0U1E1Zi94L3NSZDJ6QWszTnIxeGs0aTE0NXFmZ0RKbU9QYkxTVXB6ZjVhQ0NwaEZ2d0RaRGtaNmhGcUR3QTA0VGRvYllwMXYyOFJhaDhNaThYVmhSWEYwM05MMU0xQjg4bTJmYkk4dFFENU8vdkcvTThpQjJiUTRHSHl3OGg5K2pMSWM4UEh4WWxoUkZMZ1RjZklRYWJXeEd1UUgwMFJBQWJNRnRpaUxsYVNRUE0zYU5EcHNYMEg3SVF6bnBmelZYdjFST0E0TGhYUW1yL3E0cVJ2cG1BQk5wUHkzR1EwM29CVTBIejlyc29EMFF2VHc4M1JmTkVwUGU0MWFVWitKZWUvU1MxU0doVVFsU2tUTWlJWjNncmhlQkdCYS92Y3Y1MDRZWFpkYWVhN015aFdmbEtQdlVUQkVvMmRJeXBmUHNha29HWUU4K2N0NjJaM3hodVJFN3ZwbFlrQWRjRGEzYWQ2dmhWSW9LYUE0V2RPd1VDeEdvVjRUeDFlUlJXbzZGUndybllUMHpPR01QUlpxTHdKT3AxMk14dzZWS1NRUEJFRlVITkJaNjlOdGdhZndSeGNwZlQ0c1VwNVhKczhBbUUxME9QMkZoVUUzZzVTVERnd29zb1VMZmJMalZ3azk5ZllrempxKy8yZWVxOGFaT2RQYTU1N2RtRGRPeW5senRXQmdKUzJDKytZVjJJNCtsTWJ2Rm5vYUJlKzM1SGRVNXZDaEovajgvWTRSV0RYaExJa1ArdmE0b3lSR3hyZUhtTS9FZG9sSHZITzB1RzJkNUpCQktHZFU3YTM4dHRwaDBLV1A1QjQ3K2NsRUhaRU9yWERqTC84N1RwNGk0S1NkbVRFZzQ0MjdLWlZKQysvWTlpRTVtaGNNZytWOTFXUU1HR2pJa2NzbUx1VW1ubVNla0JHOXQxcFJuVXpqa3V4U2RKY25IUG1NcURGVzFCNXppS3ZuamlMcnptZk41d0pTQUlUbkxqZWZjb0VRcVdkNlNXWlFQQThpVkVJU3p6SzFhbDZ2Z3p3QmQ3S1kvOGQ2K1pvWnFaZlVrTWdhNFNqamdaQnI5MjhYRVpkWTJQME5GQzl5NkNVYVFXZERRZ2ZBOFp2UFo0TXM1SWQwb20wTXZYQ1dURndLM1RiSDk1ak5KMG1GZzl2U2Z1WEVScnhNUDdLN1BjOVJJand3Yzh4RURON01VazZSMG9jRnlPNi9uRjhFMzc2OWxCZm1LTUYycW1YZW1XUUxkdUF4Vmo0eUNrR0NqdXFsbXQ1NlM2NHBsVTFnNGNXenRldmlWS1FFeDY2TTFNREtKdjMzZXNUdzd1WkxqeVpMR3BxU2tjSEE0QkxsZVRTMWUwTlowK2lLVmVhb054a29LQ1NqSG4rdnRRQXpsSzNWclJBWlBOa1hSejBqOHV0RFVsS0M3TURIOURkRDFKZUE4TXhJdi9rZGQwWWNnOXJHZ2FUN2RnSmZjRUtjKy9ldk40Vkc2Wlg0K0IybDdXMzNjSEVpOC9aYXRleHAxRXR5RzB2c3JtQ3hYMkNjZG13RzJxOWNlTnN4NkR4UVpyZkhGRXhHbVhKdXlkT0toU1JTQzBYcVRCZU14cDBCZjVUOXlMYTRrU2g4NXZHRi8vanZCNUJhUjN3L0g0QjZaZE80MzJMV0pMWDczS0dpN2hURVBwRmVHVSt1NGgxOFVHLzhhdzVMTmtzQ3lOakx6SDRqNjVZcTJFeENvVENuMW5rWW5tQXFqcy9LOFRqdXloUEFJWGdMU25uSllPaDFVQ2VqTmQ2d1lFSUdIQjdxQy8zeGZ5OTVsTUdZaVdNbi95dVJLaFNjT3kzeXl6Ly93UzRTSW85TU9Eakx2a0NLbnRnek5QYytqcUtRRElreER3WEtvcVI3cGZMOVhkUHF0aHhMNDFVSDUvT3g1VzVLc2JOaWhqMzAzc3NxSWlNV291MTk4RzBvdUVBblpwdXA0d2Z5M29FbkxxU05oclMwT1dwK1UzMCtxVXZVZ2M4dDl1MGY5dDBnN1lCSDNIRWxHaGxCYmlPZFFhOWVkWWgxY0xFZmxiTTVHZmo2VlAvZzBESjdVb1hhRXN1SG8wMVYxdkxjem1LZXVRWkRHa1BXM2RjQWs2ZndVTWdtV0pKM1JEenREZHQrUkJVMGt2YkRBcWFhdTdRN3VJNkhMUGs3UmhXRUY5REduVUdRSlptQ002bDNuem81V0F5TVc2ZUZtMlBVeEFXaHlsQWNNaitXN3BpMFRDYWJudnkrNG1XNlNWME51L0xlUGpIdk4xNkx6b2tqd2ZkTkhzcDFIWS8za1MweDZFY3Q0K1RCWnFIN3JmbDFvQ1A2T0NiTlRJTEhsMUVxcUFDZ3lkdXdWWERVUlZjTE5Vajg5V01xNUd5eXYrRThGNWFZbzc3MkNVTGNkdkszR3YzcHRCbTc2RXpkcnYvNWo1dDVXMTNYaGZHRFBHMHpXcWxWSlY0UkJoSTZIOTN6TmJhcnBBUGptMVZ4UGM2K1g1Y0Zob0NrVjBmYjdMODA5MG1RVHUvMjZNSTB1cTVKUnA2Q21qb2RKNGM1ZnllYzVPTndwTlZwamtNT2N1SVlLc2VvejZpNzhBVVhSTE1DYWFGMGRWRmZ4WXErRkkvTHVtNitCSUJjQkhySG5pakNwMFVXbWhUUVVpK0Y1ZjVMck5SV2g1R0o2akxFV2NhNExFL2U5S3p3UXU0MjJXZVpQM01qSnV0WUVoOElpSmpYSlhlWjBwYnFGMU9OaU5SR201SEVydDZkdVNvQXVwRVlwWXRMQ0xhWk5RRUp0UkdHYllHb2tpZ3RIWFhNN2lCcnZVM3QvaW1rRitCZUhYLyttb2lVUTNYZTRuT3g0S0hSRGxvTjhpQnVXeTA3bmwzY0syeTBXdEFkTEJoYzRhS3FEN1dSelNzTWZSM3FRek9ta2ROVVFXQkdiM2VYM2hCaXd1bklFanVXdXNvNE1XU25LWkNlcHpVekpaeS9PYjY1NjNaZmorZmt2ZTVmUGpLWnZMdkhpS081MytNY0NnRTYzZFFvLzdmdGZuMnEwaExuUDlWRGJ2eGpKQSs4eG00VmxVVlZJa1IyY3A3U0xtTlhOMzZhNmZjc0VUbjlqR3ltUHJQdUd0VmNkQS9CWWcvYlpZMEZNd0UyU0QrNGJsZmVQVzRwQU9ySnJuMllHeUU2V1hoaUN4TGtlWnNRUlNXd3YzN0hrb2hZNThwY0c3aEtaTmR2MzhRSDljS0orM1ZYMzFvRFZuM2FvWkhuYjdadkgrS2VSRUk2dVFDMjdFMldja2ErMHRDNE9qeThDU2VhSG5oSTQrTk50LzFNbkFBV0JIWTZvcTM2NnRrcTFhWGdtYjJJTXFQaU5Cb1BvZkdUQWV3S1ZPdjVId0oyUXo2TUdBQXFIZkg1L0VqV3VnN1FuSElyZ3FqbGF4bDlLUFpoYkpqNWFiZUxLd0pyTU5QdzMrZXR1SFk3TnJrcjkrMUdmcTg5MXZVVndWRjJ1NDVKM0ZyM0tiYyszbDVxWldUc25NYlE4eDBUY09KR0lsUEEzcmxSOVBWNllvb2tBb0M5QjcyaWhaSkx6cmU1MXp6d0FManFpUU5yR2JrbTZVSlpJZ2llMFZxMnRNL0thckIvS0RlZG5TclBsMDFkZ0pQdzhjTGdNRTRUdXF2UDdtN3VqK2lMUU94MHFyVks2Q3VTR0h6SVVVMVdHRGZiN0RtZmM3RWxMdkgveXZLZ2ZldzdSUXR3V21TWFZBNnRMNUlFVFptUkZJeU0wSzgrbDlGRG0zWUlqYmsxbzlab3FjMTh3RElSWlh5NytiMjZzV0NJUUphdmx6bUQ5L3RiSGQvRTRWS0lUejBXS0RSUDZ6aHo1dlVvUXVTeVBXSDBES2VqeUV5dXdwZkNvYjlQaTdyVlVYeVVRbzJaUkFBTTVITHJOd0E0NCtCbWdUVkIva1RlQTVGRVVBZFNNc2hMbEpxL1hKRllSTHNsOFRUekgvRWlKemN4bmNDLzdPbnF1OGRmT1JTVWZiSFJabitCK0didVF2d0huYlhMY0hjQ0h0VWRsWk1qY2lPUDNGckRwQzdPcjhNZFErVzAyczBRY3VxazdudCtTNmtEWjMvNWY2b3d6cUhkK3B4TG1RQVJLeDA5eC9FWXpxb2g5RHczK2lZMUpVQ1d1UDE5RVZidHlPWHFvdjdLc2VuL2wvK3YvMy8vbXY3Mjc2L0pWZWNTZXFkVnZ5ckVsQzY5MTZDbUI2N0cwK29RbGpvTW9ZaU1IVDR2dnlSV2VlaWlPUWRQVHRObnpLWTlob1RqdjZiOS9YbkFlci9Xc0hFY0lHTCtkc3VzVG9Sc1FhalpheWJ3aVozdlQvY2RFUUQ3cVJ4blhvK1FINGtITk9wbHo4OTE2RnpRbmR5bVFHQnQrMjI4WXZKblBLc1NkcERTdTU5S0VoZDFWSXFVUXRRK1BEWkVBVklqaFVJOHdVd2J1eTFKK2ROVFdTTTRyRzJpdG1TSnlOQTJydDRYZ2p6VkRXUHhueEltc2RYdkpJK1JVeFFJSUhHTDg4LzUwNHdaTmZ0Z0hwMHZzVGJDMTNhSmVjVDdzemZaeXFySU5DK2txYzEzVGtkWDBNMXBRMU5pRktkUml1bTRoM1dCRG96UHJKKy9aWkUxRHRoTndMRGNRQ2J5U3ErS2tYRk83TVNvTllSYzI0ZDlLaGhybUxVb3M2UFNJSDRHS0hObjg5U3grRllpNVFBRitBSlBtZlFtY1YyNE01eDQraFp2VTJmM1ZSMWN4VCt3ME1HeGdBTk44Y0MwUmdESlJ3Sm9LdXQ5NytWZUZWM08rRkMvbVhKZmxvcjMvTVVKWXVXcGd2cUptRTlqOTdzME1adk1pWGpLeWNtbklPN3VBNlg1cmY1UTNERmtyVzVYM2pDcythTmVURWdGRlJTQnVKdWgzbHdZQytEM1p6TDZ6LzlaTmhDaVUwbi95U2kzVEkzY1BPM2YvWjk4TEJzQ0dxQ0kxbXl1TVpnMTllKzlTeUZUbUFCcFc2UjhlOXlNdEdxSWNCR2daS2c0eUdkYVZtS2ZmSVhUc2diVjE2M2RWV0Rxd05KcHlrYTZxcDJxQlVsNlpNQXBWL0UzU2xlUkNPSldoaUZRRVFoRHN6QlpyZVFpQWpBVUFQMklrbEhDUjNvditqOVFTd01FRkFBQUFBZ0FpMjRlV2VIUlovTWtBZ0FBK0FNQUFBOEFBQUJ0YlhCaFoyVXZjR0ZuWlM1aWFXNlZrcjlyRTJFY2g3L2ZONWVZa0hnS0tTSVlvVUlHSFRxNEZ3cDZGWDlBUFVWRmFSMEVrMHJhT0tUYU5LbTFTWnBjY2trMVJScWxKUnJVUWdKaWNrT2lKVklIQjNjSHdkRWg3NXNMT1BnSE9QZ21QYkcyTjhUbGVPR0I1L1B5dklldHowb2V5YUVCMjBqblphUHovTlhRU1RpVkJZRFRLc0FkaVg5Z05NTlBaNGZQRFovSEMvS1k3YUlzeTVma3k2TzNRN2ZDY0FXdjRYVzhnZU1Ld01aRUd1REUzUU00U2J5Q0pRSjJud3ZkVmtuOTlQVXdWeHdmQjV3eUE5L3VBUWE3SUFwMlB3ZE9TZjN4WllJRDdRemdqQm1ReHdERFp1RG5WY0NJQVFJN3dmY0Z3SGt6RUVzQitzZ1JnVHl3TElDVjdJdWhmZEh4RUd5SWNTUUpGSkFzQ3ZyN0d1L1NMdGVZVm1lYnFmYUt3b3BOdWxacE5adThEcmljSXZFSDNOWUIyekd2eCt2NW13elFUendDSWttaUpZVmRleHp0YVhRb3VOT2ZSbUZicmRjVW1ubERzeVY5YWF2cnRmc2NreTRVTGRPaFdiZVR5d2ZGUVZGU2xaeGtGQWowSitlM3B4K1RlamxKTTAvK2tVOXhPWm1MN25GcmNjQnBjbFRBdUVCVXRHVC95SE83NVRrVWFQVUZlL1p1Ky81MHVVbExKZlk2eGhxNTNvVGZFWFNSL2FRM0lBcWlJS21Wb1JBZk9EZ0NHT3AzWUdPZEZwdHNyZGFKSldoejFmRE83UEVHalNpemZYcFpRV09QcW5wVm8xdUYxdVpqbXEvcFpZVXVQelVHd3FZWFg3a0pPUGRmWlZneDFpNjkzZmtFdllHQUkySmVKZ29ZN1hPZ3M1NXZyelk2NlR4TlZIaDlmbWpIRzZ6K1FkZVdXS0Z1ek16dm12bVZ1TjhOeFgvUjMxQkxBd1FVQUFBQUNBQ0xiaDVaNDEzaWMyTUlBQUJUU1FBQURRQUFBSEJoWjJVdmNHRm5aUzU0Yld6dFhGdHYxRVlVZnUrdnNNeHp2SjZ4UGZhS2JDcXlJUzBTcWRKdWdOQTNkK01rRnJ2cjFhNERwRThVS0VVdExXMEZyZHJTb3RKS0lGVWxlWUFXQmNHdllUZkp2K2hjN1BYZDNvdXphVlVuQW8xblBHZk9uRG5mZDg2TUIyYmZ2dHBzY0plTlR0ZTBXaFVlQ0NMUEdhMjZ0V2EyTmlyOHVaWEZHWTEvZTI1MldkOHd1RE1MRlY0U3lROFE4V3NyMjIyandwTVdubnRQYitMeTRhL1BEMzkrTkFONDdrUExhbUpwUFBmK2xsbS90S1IzTDFWNGtXZHlsanRXdXpzM2U4RmNzemU1OHhVZWlyTEdsK1ptM3pYTWpVMmIxQUJaRmtsTmRaVStpVkRtdVhrcWJwbUlJUzBYU1lzS1Jkb0F2WVphdldNMUdyU2ZLQ0FGQWFSNTFSZFp0VUpxU2o1Vnp1cmIxcGFOTmFpMTlUcWVPSGxOb3VMT1Iycll1K1FaVWNGRzNiWTZweHJtUm92cVNrVzc4aGJOUm1QUjZqUjFHOWN1ZDh5V1hUUHNyVGEzYU5xMlZkczBESnRPNmwydmVONHJ6dXYxU3hzZGE2dTFSaCtwdWZCVUFaNHlzeFIrS0tzOGQ2NWw0bUt6eVhObmpYVjdTZTlzbUdRaHlRSlpiZi9qQjZTVHYyTGV3bW8wZlRWWXk1Vk5vOGxXV2laZGRMUDFrWFdGMkpZN3ZiNk81MHFMYkxWUHIzWDBLN3pUcFdvMXJBNjEwa0FLNjBEcVpFLzBpbkUxWEZYYjFOdUdWMWVpbGRpeXRKcG9Ba1RKOWJhbHBhclZhbEdiazVFN2VxdTdqZzNzOHlZeDZFcCtQd0pRRXFRRVYwSmxXWkNBRkhhbmttOElxaEJienJCYkJ4YjZyTmx5WG1QbEN3TmxxRzArSUV2cXVoVHZ2Ri9WMitTWnRybDFSS2d6N1pyVk1OZndPTXpLbnNHcHJpdllyNGczRWdFbjF0ZGxoZnppdFRQVzhUTUdLM05KUjZCYmRQUXIrU2FGUnpVdUc0MEYzZGJ4WkxmYVJvZWh6L0ZwciswZHcyb2Fkc2MwdW9QeU5sZHRXRjFqalpsanlicHNyRmh6czlUc0VBbWlTaFFLbXAxYUhlTDFRQ2hxZFZkQWRhdmprMVF1eHl3ZmxUTURGUUZwcWhJV2RJcTVsVkRXUUVTQmVkb1JBRUdUSlJUdVdLVStnUVMxckVSR1hFZ2JzVFJRdWVTYXhpdFNpMUdMMSt6dGhqRWdqSGtESTNEWjVsWmRzcnZJdUEwM25XNnRPUTBRUWp3aWJVTklFeENrTk9ZREJMZllNSzVhVkhLRng0cXRiR0lmYlJuZHJxc2FIVGtJTFBYSWdZV1hIcXV0RmNDYUtyQm04a0xXdU1BYUYxZkhDU3RWQllLazVnR3JjaTZ3a3NxS0FMV0VlS1ZJVk5jamhSWDRUOElLVGdhckdRZ0VGSXNGZ0pjamFuRzNNMUhURXdMRWtZUzRuWU93VE5Sa0psWUtCU1hHandvVFlsMWNwMnBpcDRYa1RoUERVVktsbUdEbW9WSUdTTkNjZGtrVFFIcXdBMkFvV0JLcU9tcFlPcE1wWUprN0xCTVJGZGtESmdTNVJEUkZCR1FBS2ZKK0JvYWlDazRUUHRtNTRyRHdtVUpVMHlRaEx2b1g4RGs2K0NRdy9JZ1lHaWNnalJPUGpqOGM0Vnc1bjNBRXdaSGpTVVdTVU1BcERrN29xSkpFTlRiK2o1Z2t4Z3NaTlVtTWxaS1ZKTVoyeWtvUzQvWE5FWlcrclZrc0tsVUY1WVhLZk00YVUxR3BsZ3RJNWcvSjVBaVhqc2toNFRRT21zWUIwL0ZqU1VNNVpZeWlGK0YwczNWbXpkQVRnQVNKU2lpSUpoeTZKUHpqdzlRbzM0RkdCbFFtQXNnWEUrYjVvcWl2S3pJZHhldWZlVHc1Tk5SaUJ4b0tWK1RqU29LQllZaXJKQkMycnFRSTVRVEN3aThEZ05RMEc1T2g1eHRXL1JKSFNrd2h6OHd4azNUbnlIN29XSnQ2UjYvYm1BN09yTkpOMDZMZU5CdmJGYjczK3VuQnE1M0RuejQ5ZlBrTno5WE1qNGtIWWxWZForUTVSK2dKVDlneWxyWFIwZHVicmpENmlhN0NZdytxdFlrRmlaM1pOeWhxdEhhYlcyWXZWbGVaem5iYkxSNzh2WFA0ODZQOXh6djkzV2Y5RjUvdWYzMnIvMkN2OThPVE4zdDdzeVc3alEzUkpuOHhRYVdCSlFaVkFicjdpRDQ1L254eVZOWURZZGJEUzRPUXN6UUtXeHIyZlROamF4eElSS0JVRmxDWkhSYWpJWVFrSkNJTXhKNEhnWUVJdjViUVA4QXBkdWFyQ2tBTERnK2hwQ2taTys3NEFkazJRUmFBNmhDc0VoYnBrV2xvQXFsbWNQbkkwd1I0TTRqVmhLb3U0KzJDZ3BnbWFsaVRhdWIwRjFLRzl1WVJXTTEwbDBpU0ZiK21ZbXdvVEYvT1ZOdlBwK2hRalIxeElkT0tTZXM1SWpaT3hRNC9uem1sYXVZYk9aMENVU081ZHd2T05NbjlCYXM3aVBaZWZLYjVoZmN1dFRpTjV2UkxmemQ0VDBBTDNoT1F3L2NFdE1nOUFTY2dPWHJFaFgzb0QvdFl1bGxQaVB0QUFjR3dKRHRMNW9VbFdOWUVrUHRwSzhpTy9XNTRxcnVwN1hDeEhvWnpiL240OHV6a2ZBQ0g4NkRob1J3eXZLb0lDVmFIMkxNMUtmV3F4S2pad0dEV2tqdHJTU1Mvb1ZtUGxpSEljUm1DSXpjbFF3QmpaQWdzTnpqWXVkVzcvVWZ2ODRjSE4xNk5uaGdFUHd1dldMNGFtcVlGVXdmdEpBQXkvcU5ObGo3RTgvdVFhUU5CYjF5MFQwNFlodW91UjZJTFNCWVNQNEVjUkNSUFlvUWQySkJrN1dmMmRMWkdBYlpXdzJTTndtU3RabkkxbWhKWHU3dk9ncXNMcmo1V3JzYTd1ZDdybXdlUGIvWnVmM3NFWEsxR3VCcUtKd0VjN2ZOTndkTUZUNGQ0V25ONUd2dFdLazFEVlhESXdjOFlQcGFXTlZGUVFVSkc3VnkyR0oybEZTQU56OVBrYUdzRW5nYi9UbG9XbzRabStSZ3pOTjdsSW5lWEd6RTBBSUtjYXVaL0JTMkxSMDNHdmFlLzlMLy9pNlhQdlR0N3ZZY1ArNzlkNnovL1lnSktoaEZLTGg4bjl6cHduSVIvVTBRNEorSmpjdWRrdlNkbFhycFE5SW40OWFBbWJ5NVdBMVFNUTFTc2hwa1laakV4eVZXR1ltSk5IYVJwU1V5TVVwaDQ3TE9OL3gwVHEyS01vZjFNTEJkTW5NM0V2Ly9ZZTdEWC8ySG44TnIxM3Q2OVBBa1lLTWRJd0M0S0p5RGdOQkVGQVUrZmdLZVVDanNYdlFvQ0xsTGhhUkJ3Ly81dS84dW5CMDkzZTYvdXYzbnhWZS91enNIalc3MDczK1hLeEVVcVhEQnhma3dNeGFrd3NYdTVyMkRpZ29tbmR5alJmM0J0LytHZi90UGlDWmdZaFprWWp2YVBQd3NtTHBnNGxZbmhzRXlzeUlKejd5K0ppY3V5SUViK1VhL0R4TTdWMElLSnM1bFlVcU9HOWpPeGlvUnlFRUVGRTRlWitQREh1L3Yzbmg5K2RyZDMvVWwvOXhrdTdIL3l2UC9zNWNIdWpmNzlaN255c1hTY2ZPeUFjcUtQZE1raUNqNmVEaC9ULzFKbzdxMS9BRkJMQXdRVUFBQUFDQUNMYmg1WmtnVGs2OUlCQUFBa0JnQUFGUUFBQUhKbGJITXZjR0ZuWlY5bWIzSnRZWFJ6TG5odGJLV1UzVXJETUJUSDd3WGZJV1RYdXZSamJvUFVvWlBDUUZDMitYRmJ0blFMcHUzWXFqanZmUUN2ZlFkOUFORzNFZHhiZU5MMU15eGpZbnJUSFBMNzU1eC9Ua0k3ajRGQUQyeSs0RkhvWU9PUVlNVENVVFRtNGNUQlYwUDNvSVU3eC90NzFJM21nUmZESDRKQnU1R0k1b3QwVmtSUTd4WTBMQU9qYXdmWGZCZ2pRZ2l1NnhZZUZRdDlmOHRDRXhZT3B5eGdTUXdDWmM3MzlSdllWYzZFS1E5akIxdVpnRVhraDFHZitURGZscXpSMW1qbFJkZ04rZTJpWlZwS1BTVFRJTVR6RzNZTzBuckZhZXB5SWR3Z3JqZ3ZZNmtzeUF5WE0rYmdRU1Q0R0tNRTdwMnRzNjlySUZzTFFab2F5REsxRUp5K0RtcnFvYU5TeVVxUjlKeUhUQzFheGxMVkZrWTNqRSttY2RJWEVsNG5yOWhmSXF5Q2dEcjYwWDI0Ym5kN0o5eHNGTGhWSm13dFlWWlNMRFlFWEs3cWVqTUhKOUhkRWpBcUNmeFpqdFlWUjJsMzZzMVZoMlVzOVF2YWFzQ2Y0TnpnQ3JoZXdNWFN3ZDlmYnorZjc2dlg1OVhIaTlMbkJkak9RTm5nRzBtVTNvQmFlaEYxU28xY0NRNXBFQzhGVzUvMlB6VE5acTdaMmwxVGVYSGdnbGE5bzZjaUd0MnBaaWJCZEZ0cHlreWVnTFFGZkRrUmZDS2YzbXFlWmFLMW1TZy9FK3F1OU5LYnNJdFpESzk2V1ZWR2tld0hpOGhoa0hKWFZCQzRodG1ML3d0UVN3TUVGQUFBQUFnQWkyNGVXU1R3Mi9nNkFBQUFPZ0FBQUJJQUFBQnlaV3h6TDNCaFoyVmZjbVZzY3k1NGJXeXpzYS9JelZFb1N5MHF6c3pQczFVeTFETlFVa2pOUzg1UHljeEx0MVVxTFVuVHRWQ3l0K1Bsc2dsS3pVa3NBYW9wenNnc0tOWUhpZ0FBVUVzREJCUUFBQUFJQUl0dUhsbDJ2MDRlTEFRQUFOZzdBQUFKQUFBQWRHaGxiV1V1ZUcxczdWdk5idE5BRUw0ajhRNld1Y0NoMlBsUEpJZXFEWTJFMUtLU1JIQmUyK3RrRmNjYjJRNXR1Zk1BbkxraWNZTUhRUEEybGVoYnNMdTI0L3g0SFRjbGpaT3NUOG44N2M3TXR6TzcvdEdPcjBlMjlCRzZIc0pPVXk2OFZHVUpPZ1kya2ROdnloUGZPcXJMeDYrZVB0RjZBemlDSHZrbGtTdjRKM1VBY25SODFaU0owbHN3Z2szNXpIVEJsU3k5ZWQyVXk0UjRabG5ROENrL1ZJeVZXOWpHYnFoMTR2U2hIV2lWWmlXWk5CUHNHbXpBRThPQWpsOXR5cytzT29BRklJZVVBcUZVWUwxc1dSR2xSaWhsSFppbUdsRXFoRkxWYTJXOUZsR0tWTXRvbUxGV2cxb3UxU3VOcVZhSlVBeWpCdlVwcFV3bzBLcFdLNldJVWljVVZRVldwVHlkajBxSE40MmFic2pLck90SzdQdFNSSUpnSlFaeU1TWVhZQnhJTHpBWXN6c0FZOWpHN2dqNDByc0pNb1lYd0JzMjVhUENvcG1wUmh2WmRxalF1eG1UMGJ2WVJpWlBQTTZLOUo3R0s3eGtLZmFOQUVtZGMzeE9WNG5INDRtY0l3ZW1Ta3lsUGtEVUgvaDBKaVh1aUxGSk1uQldGeC9xWnVCcU5DbzNGcW1lYXNwTU12T1U2OGZPYlRFOXpCMDhjV2pGb3FMbExjQ2dLRXNkYUUzWmhJa2NVdmFxQWh6ekU5NE1PQW9pNHlGZlpEdzJLVEsrejgwKzV3M2hVUGNGODBISUd5cEVxcG1HU1BXNlhoNVdxa3NsV0xPS3NMRVVoTEFScW5xaGJFWjlzSjdySGxCZmpaWkw0UHZRZGRpUnV5ak9rdmRERnpmMVltbUg3RjBKZmdia3Q4Q1lTckwxbFgwSmJtTko3ZCtlL2IvbU9zTXhTdVJhNUhwWld1UTYxN25PMEVBM2x1dlpiVlFqWGZ6TU1VOWNGMTlKWGZRSjBuTTZVNm9jVnZmWEZON0RISzJGWE1PRzJSNzB2SEVHMEVVK2I1MC85dEVCVm5iaWxManQyMFNjT2xaY1VhenpYTWgyK0phQ3VLc2M4UVVBdUNiM0hnQ2FrdEozdE5PSnJ1OW9UOG9MeXJaeGV5TjNLR1A4QXdXQUtETVJYd0NBYTNMdkFhQXBLYjFFNnhJYWRzVkxidHQ2eVkzRTF5UUdhdFhGdFRLUElsRTljcmQvMk1hWlZxQWxKVGlIMFdzRUJGS0NJeUNRQXdnUUhuOVRvZlhndGM4bTdDV1puWEo1MDFvdjY1cVNadmpobzNJMmZjbWJDREdaYlUxbTgrQlEyYldsU09jK3Y4emlLVENHR1Y5dDVrOStock5ZUjlnQWZaZnV6cVFMVEF1bEtrdW53MzRiK2RIZmhFK0Zsb3BWOEswUUhTWDhVdWoyejQrL3YzL2VmZjE4OSt1TDlQejIyL2NYM00rRzJ0anhneStwenIzRTZoa0xTRzBiOUZudHByVGxrUUo2OE9DdWtQeDIxYnJXa2pldHk5YlVUTlk0b04rd3RXeWVjcGJHVG5tNnJqV3kyZUdnTVVRK2hmZ1M3bGwzei9TSlhBczdrZmtrUHlpYjdRWkkxU0FiUVFkNkh2T2w2OS9Za1BjUWVwVldnVlBJNzYrbUtmejVCOXRZdm1zOVBFWUdxWGVqd1BUTUtGSWJlUU1hTGM0ODV6Ump4VFRoOUhobGtlbEFHL2dJTzk0QWphVkw0QTlvNHVmQ3c1dnVLYTJsd0wySkJJczh3ZTVrTkpxVnF5VGY5ZEphd0xieHhJL2tTaXF2c05tWVRKa2NzWmVEdkRMRzRWem1JcE1JZ09Rc2g0dURNVU55U0NML3dsKzA4L3dEVUVzREJCUUFBQUFJQUl0dUhsbm96bVdnT2h3QUFHQWNBQUFOQUFBQWRHaDFiV0p1WVdsc0xuQnVaMldaZHpRY1g5akhaN0hJNnFJVG5laTk5eDY5UkFsUkkzcFBDS0l1Z21naHlxNGFMWG9uaUw2STNpSjZXNFRvdlpmZzNmemU4LzcxZnM2Wk8zUE8zT2ZPdlhlKzk5em5PeE9scS8wTUQwSUZBUUFBVDAxVjZUa0FnUEJSMXhyWWFLZ1NuLzgrRFhWNjVLRnE0Z2tBWkN6L0RwRGFjK1lqQUtBaFZsT1NOL0ROM004SzlpS3hUVC9zeU1Jb1ZjandVbFNNL0tyV2pJUlIxSVkrVlFsRmp5VlJOaWRlKzh5RW0zUytzL1dMS243bHdBUWJTWTNWcG4zUU5yN21NV3dSNWZ1aXMrNVloQ2xmY21ndmdsTHFCOFo4Z3kzaU01QkVtdkNqMTY4c0xFdnphWU8zejk1WGRkV2IrM0UxM0FUTER4aG9rNXNlYjV2TGtINjdKWVZmL0pDYkZadUJ0T1pDVk9FUkViMnFQOHpkUVVKQ2JyaENodU0vS1VqVFN4MGNZaUZhaGtKQ0tzcGQ1MlJ5YTdDVkpCM3Y0cDNOR2ROb0M0cU5TdHNoRWJOdFBWUXRNeHlEODlNVXp1Vm01UE96dHlzSXdkZGk2dFJRUjFUc0NPcWVjNnRGRWxlWWhBa2p4d3FKdHAwdFpKUzIyay9MamMyalFJeW90aE1vSms1KzZ3OUFGMXgvWDBObmNQcGhIQkRUY2liaWIySHZQS0c0TzBLcUUyTXhzcEo5UXpDQmFPc1dBamNOMG5CVm9GVHMwZUExd2pDNndvUTB6am0rSzRTRmtZMThCYUJjUVRTMytsWGg5Z05BRlBoNFlWL21NMkpYUkp5R2RVY0lMczVWU3dwOXJnbmtBZEZaa1F1T0hzMEFHNkZpajZkeGtRdDdQdUdqMGtFN3VuQkdZdWluakovcGh1T3BoQ1RLdWNsQmwwcys1RHhtM3oxV0ZmejkvUjk0T0kyeERERzZubStGWUNNR2djOXhBa1VBMFNjMEViQlFqL3hySTNBT2hLajdBNGZVQ2hpQnBXWVNyWCtHVG1TQkMrSXFLTWRRU1d4MlpjVFdBNVJKbUtTS2ZQb3hWVGxxNHNaSUhZMlVYLzkxZEhRVTl6c3I3clQ2Zm52UUVueVNsSDBrSmVzOFhRNjZKWldYbThJdm5JblFKU05HM1BvQ1A0ZXdveFRrNkJua2RaV0lQU1NOcmVNQmlIdGs5NnNURUUva1owNzRvUGowL2xSTFNhZWFQTFl1emtMb3FSOFBOalJmeGVOb2tHdlZZSlpFVzdkWDJVU29MSTkvdEwrV0JqOFN6bTBxOGlPb2JjSDJLN1B4ZlJCZ2thUVlRWTlSY1lIZHlob1p3M0lCOENJNGR6dXh5cUdrZnJ5SFlRdS9GUktlL1hERGFpMDgxYlZwVk1NRWpyeWpzRmFFWDVVcFBMd2V6Rk5PQUtXeEpad0xBT0lPamQyN0ltaWRaUjA4V1dRODRpVWVnVmR1aW5jaDB4ZVZ1OXo5Q1Y5SDFZY0hUTmtYSDY1eS9CVnpkZlgxSi9LVVkzam1nbFlReXpxbEE3OVJjbW45bFM5VUpoQ0ZDcXM4dkJyS2dBZStid05UaGl3RjN3eURjVXU1KytMcExOc0RydjhzVUc1VTFyU05wR0tqRk1kUFUyQ1NvdmFqQVg3dmRscnJVOVZJa20rOThEVGUvWDdLbldmTzkrWnNPMDNRdnZEclZ6UHl6NnhVSXhYWlNwb2JiMlpZekhpY25qM3J1MXdPRHE3YmVmUU5sTnJyT3o0NW1aeVNJanlKalBvRW9qWTFuaUhOTFJuRWcxNG1xMTFRWjJLVEZwMk5WblhSckl6VTZCVFdRc0tNT1k1cjNGMWh0VW1kSitEeWxvcEw0MUVhdVl5QzBoQVExQ0M0aWFLVDNUUnQyYklkc0FBK0dpKzR4QXQ5UUFaelhRaVlIczVtS1p5d0lGMDRGa2JJTnJGQ1BrNUoxWDV3ZFhYVkw5VGtwNHBURkU3ZG9xaDJYc0YyTEgzTFpHV1hKVXc0azd0RFdyZGZJdkpiOVBDSWN4SE55QTE5bUNzQTF4WGRSNkFGTXZJbkwvUXhPejVmZmNVcW5qakVsVS9TRTYzbjNtWmRpTHo3ZTBIblZuRy9YT1VPYUsxNHlQZU93a3J2QlNpT0Q3NHZRai9GMjJEWGlxUkNHc0RybU9xbFQyZkx1U3MwNVhPWDNUN0ZzbG5wNit0YldDQ0xxNTRkdnFNd1YyS3dZZy8xL3ZTT2lReHA3VUVjTEI0Ykw1YW1DVmk1L0thVTVNSm55OEdrVjhJSXgxb1V3QmtNWlZzaFFVclV1cXlGYjVScGtqVzN0RVNtV28rMzdDUmVYaWY2VEtaSjZ3NzhCYkx6MEJCcVlYV2Racy83Z09IZGx0b1gyYnJLUkorVzdIUksxWUd2bU5mWElJYjZ4cGpBaDhTYUFqdWp0ZmpBMG91KzBRcUY3N1ZubW05eUpYZ2JLOFN3YmwrYThEeHRaU2RYZGVVRnJCNlJrK1ExOUc0OVVUdloyTENybXh1dTNXT3JtdHkxazZmWGd6RTZiREpacEJVSTdPWnhZUVR6MDRFU0h2bEtBUWFBQlFaWW0wRnBYOXJZanIzSVEyblZGM3hTUC9IWXdlalAvT25kNWJLLzFKZU4vL0RjSEsxdmJQVHgva2RwYWJxRU9lWGV4NC9Tc21iK1hFMzBIVm9TZHNpYWhRMFgyd1NjTWpaU3lUcHBYZEE3V3QxcTdkOGdHVm16Rmh4VjViV281RnFqbkJSNWhnUmlDMXMxbFlNbVBQYWNpZ0c0OTZFOTBBUHBialVBQjNtNk9uOEhCcDVyMTZVNmY5VVZLY2N4eGtvcUtTdmJSWVNnMXd3NU9qaGNiZXNFenk4dVNnMGJFdUM2Z0l6Snc3V3NvY25QSExZQzVSbDA1VUJwS2JiVGcreEFVdHJjd2lSa0dtOWFqZlJ6dFlHUkw4Q1RyeW0zeFBVZFczYVFMbERxcDhHZmx6OG5KazU3eUMxcFpJUCtYaDJ2YVdscDJkV0pNLzFEa2ZCRGNuS3k0MFFoQ3l1cmRvYkkvdFJKSjliaVFmTzZDdkJ1TDZKb1hxa3VWS1RCTndqREZjWjlPNG1YRXUxSlY1ZEx5RkkxMjQvREh4K2V5ejZTRXM1bGI3VGVRQ2hLSndhT0p3QTNSVHdSN2xleU5IYWpCdXo2M0RSQXFjT1pvUGhOSXhXME1KcnBKdDY1MTJxalhBWlhuWmhXVVZGUm5DOHFZd01iWGxZWWxVM1pDT0NkNHRDSTZTNDl6QTJ5ZjlCbmk0WFdUbFYrWDFKUk4yRmtTMENIUG9LT2tLRVpvMEhSYmNnQVpsZ29LSVNjRUVOWkJkclA2cWJMOG9WUHlERE4rT1hMbHp2L2dkS1pwNmZuaTRxWGhrWkdJcDRidy9MVXUxN05uZjREajl5ZGJQdGZSOWQxdVpqT2FGTDlLc3VaZGJLemxmbXpPbThNcFBMdW02ZTBOWStld1FNUWNMTUZSSTV3YTcxQmJzdXZMT3prTUVjekNtUjYxNlFDdDhWbVkwUEI1QTNsczZ5NU9qNnpoUFMvTjFFWGd3RnRsOHllMjJyY3F4VUY2b2JoNDVLeUFuK2x4ZDJSclJFUkVTd2FzTmdUMGVOQnJnTEN2WGJqUmlPWnJsTy9SbW9vT0hPTU13TUR4Q1BlZityUll1L2JSUCswVG9RYXB6aEg3WmxhSDJOYW5HUHkzclRwdGJNbzVvU0JiWjdZKzVOMTkrRGJoYVNuT2p3V3JiNm5HeU9YaTU0Nlpvc1Uwb3BCUVFuVFgzL3FZNjZMTEl3UXJUZEs3aHJuZnV0RTJyRXZwT3laekJyaEd2Y0lCb09BdTRpaTBHOE00Y2szNWRCQWMzK1RMRWVDYW5Zc1EyRk51MHE2cDRJSHlFaERuVUJuOG81NnhVUGtpTXZMVFVYekM1aFJ2WlU1eHRPcFliTXBUd1Z1YUtqQktTeDZmWGh4Z3loN2FhSlFLME1tc0hsc3M4NllLNytKaHZPd3psTGliZlNSRkJRYk1FWUg5b3lBbGRmcFZuRm1pMEVZVTFuMDN4clAxOGEySjRwODl1Zi9IUHRPVjVxM09FMXhoSFh5RGFKbkx4aWY3Y3d2NnhTN3JQVjRQdHlmdm1nODNINllSeW56dUkrdXlyakd1dmppOFJOMGtZYnFTazZGT280MU5UYVMrU2JQemRYdXlKbEtjMU1qSSs4RjEwWno5NmhLb2pkdjNueElxTE1mRzgyUzlQbUorWDhoMW51bHhNcG50empxUHQvc2FRclNNbi9zL25iVHNIcEgwZlVaQUpUeTllQkQ1OU9tN2t2dlpzd1BXMDlIajJRT2RGRzdEVTFaN0V6NmtETExCeHFaQURFbXB0YzdreVh3eHV5dEY5c3pVRTc5bE1vRE9xZS93ZGNqNGo2QlIyWHVrMGNFMHVTc3F1VUR2WlBmUDZScHZ2MXlmTkdoc1ltamY2QWQyN0hscGt2eUowNFVLWVphWFhWak1pMit4Ny81czFtZThnWmZac3Y0N3hVbHlkWmVmY3BzVFlHN1d6WjdiVCtqQy93V2NIMHkxRmFiUWQ4MDdoQ1ljdUF3dG5DRzhMVGMrNFQyR1NkTSsyR1plR3VOTWt2N2NtZFo2a0xJaExJcUJ2M29mTVlTRG9kVDQwWnNaZ2NIOWNaU3ZwaDd3S3UxWUxIOC9sQWpmNG5jMlRWc1A0Q3MwNzBmV0xqV3NtK1VlTHVia2E3YUNGbnB5QTY2ZlBoRjRBeHZwU2k4SjdjTXFLbXVQaHA0bWgwYkg5OXhjeDkrUzBmbk5EV0pGOUpweFpjeGtoMThmMjN1ZzdjdDVidkVTbzZMd2FET2dBMHFjM2tqQnlMVW9IcUZ0YXRDYURWT2ZZSG1zemNGTWZhUVFUcTlUYTVSaXBVdXo4K0phbnZQeXF4eXcxbjRFUC9UaXh3YkZHNjl1ZXFCMERZV3BWdHA5ZHMxakVURWxuTVVkWTBNUFp4MUtHeEs4aXExVkozWWlPSmxMZTNBUDhPdXNVUTI3NS81VGpRL3BmWGJ5dDNsSG1jT1hmc09nOEYwWks1dERoYWJKb3AwNGxFOVBXTlF3S3V2MTdRckJGbC83UGZqQktweklHQ2NYMy9DdTQ2SnlzZ3R6bGc5VnNYQWdNMDArQWo0UWQ4SEFzcUpPTzEzWEJXaDdPcDdnU3dGRUlZamllZjBxZ2ttTzlWeVIrWjNmMCt3UzA5ZXNQVFRjZHdlQkNobDZMVi93SkdXem5XWU9SWldrMjBLdmo2SDJmNzZESU9Kdk83RlZTL2hHb0xidW93UDZlSkFEQmpaUEdyb294ZlN1T2E2YWlqUTBLWWcrZDNPakcvcEw1NzNjSnFhWVJPbm8rVjFGVVJLMDN2NEFjRHUyMjU4S0FIaUZVZ3RJY2o5WXJHQWpGN2s2SldjZ3BLSWVDWW1pY1pmMzlhUGxBY0Z4aWlKVG1VM2VudHhwbi9CL1lSdi9yMTZaNnlqbmJRUVZFVUNzNjJycTROem1kUzZ6TldTY2hyaDlzOFNyMklEdW13SkZJUEt2dnd1WVl4RTJBb3VpMkMxZzVqV1pDMFpiWkN3Ukc1b0tEYVI3M2xiU3prQUZrT1ViV0prazVLN3hIU0RRNWtCWWhEQkV6RW96bXdQWVUzWHJrZ2N4Wms0WTNmSm9QdG9VOGZXMVUxQXZNZ0JWZUxwT0U1UnQyV0gvMmhnRzdpcFJoZURRZFZNaGVRVy9QNkNGb0t0em05c1lzZE80dEZwTGRQZnVlNmRZYU50WW8ySGpTRkN2TDR2ZzRRWU14azVZOVNPLzdFQysyTk1BKzV4Y2cxaXhZeGN6eis2SklJdCtZMnhTRGhKOElFcWhHdGlybG1iT2VWYlRNMTk4ZXo3MVlnTHVxNFhnZEVaMlNiNlNXTkxIV0ZSR1cvYndHbXRpeGlDVm9vdlUrWWJIbUpqMzdaelh1dU43UXk2d3NFK3l4Skt6VlBORFErdHlPY09tbHlLemVjZGw0R2xYZzk4NjI5Z20zazFodTdjVXlscXpodG9MSndYeVlCOWhzVXQvZjVjNHRkT2ZNZTVkbHBxbjBJUVlxN1FTV2M2dmF0ZFd2aGNtZURxWm1HcE1maDh2akJlWGVSeVFYRElVMitvcURrL2ttZjU5aXhQV25JQ3VCcjFOdDdBRjl1ZUsvdzFMRGpMYW1RalRDYjk4N2pZdmllOVNkWU5Ia3hDMno1NGswK3djWDdRcGhxNy9reWFreXlRVHpjMlY4OHY2S3J0Y0t6TWpwZW1hYnRpVUN0aDBVSFY4SG9yUTErYVlqcmJmYTc5Mit2OTFYSmhGdUJsd3k3VnhMK2dsVnV2MDdTOEVjRDY4czN6OCtlYi9zK0NwRFlJeWZiWjk5bEdwSkxhWllkZVhPc05iUEExYXBWLzUzb2Z3c0w1Q0hzWjFXbVZTZksyeFdOSDIxKzlkekZrNUlYblBHcmNaalZGbDErZmFkVDFSSmYzSnJiQnBBdTRDMGpWU0F1ZS9GZXFMckhLbUNaaXJPL1BMUnZnVFZZdDM3clBXZmVFM2RsdkZWdnNTRjMrM3FrSGJpNHRXRldHMHNieFpQM3p4dVBuZGVKSy8vV2VlcFpZK1p2NWsyMFJ0UVZmQ2ptTjgxKzlUTXJ2U2NkSmkwdDQ1MmxvclR3QXE1SFZLV2ZyYktjZGpZd053MlJtVVBGSDFxa1pzMFdUN01CL2swMmdtOXI0TkIzTHk2RHFjR1ZqYk9IS1NzT3gwRDNxS2JlN0ZaZEYzQ0VoNGp3NEs4T3c1akhBNFkxbW4vRlNWTExSdmdMNThTWVBTNEwyM095TEtyTWpxbkVnUUF0SWFQUjhSd3VOVVZKUEZ5UjNuQnRBYkgwcnVJdlVKUmxmWGZzaDVPYUFlV25ZM0J4TXdkQStkRmw2a0w5VDkyUktJOUFUdjZxWWJYdTJzcXlLZDNqaHNia1hIZUJsd0Z0UjlXeklld241YXhCL2NoSnU1QTBraUVwcWNFcDZOSlFZK0p4TmFOejQzenJvbGRjOERjQS95b29UOW15LzlEWU91dDN5MXBsZVBzaHUzRWhNbmVwNkh3L2pMV1ZUVTNobFlldElQQ3FTVXVtK2ZZY0R3SHJDNVY0aHY5ekJLM05YR2taMloydzAxSkR4UzJTai90K0MzLzFLWEJkQ25PU0VVeDg4bzRET2UrWTZweDZYOXNhTnJaUW1Vc2dLeTR1YXBmWW03ZzNla2RFN2pyeENhYTlOR1NXL0ZmLzZTMFZaUityOE1rNmVFOU5FdUZUcWh5WVQwaTk3WG9qbnRkWmpDRXlOV2cxMTNidGFBa0RHb1Z6RlNIblpQR2dycEsxSzVxZHg0SVUxcFJQVk1xY2tsWDVQWWpUKzhFanBiTnIwTGJscTNIWjNqOFZQVmEvTVhXcE81S1UxcktDd0lNaHQzZ0Yrb1JVVjA4RWM4WHlOOWJXSDRiaThhR0JwMEU5ejhuRzl0ck90SnRmZlg3WjJrTUZ3NlM3ZTM5dnZVU3ZLUGtOOUJxU2xKZlBOeFhJWjdadExNQ0tTWlM0bHNvNUxPQzd3azFhZi8yNTZRUGg3ZjZrNUdvL2wrODkrN2JIVGduRlRLVThBNkZkeFQ4bjJnMU5tMkI0NWZNK3gvTkI1bzZ6OFFRL2RPYURONy80c0x5Nzh5UlF2M1YyamV2bGN5a2pjUnNCRTBWYjkrTXpJU0VKU0QwNmlvTXF5aGxiZzRkRTI0dzJtRlhweGxTTUl5clFxem1KUzdDSjFkakcrTCt4SWZXbktKenZ3TmdvczlyYlF4akdKNENOZXdjNGx2aXNONUpTampqckd5ei9HR3AxdkNaazNMSGl5MEo3NjY4M0N4aDg4UHZLd2dXbTlOaTkzdmNQcWlobm5Vc3ZEZ0VQczlaSHpxZjdTbzFnRjB3M0xnYkdDTjB3QzY3aXpZeE5rd1JmN2M2cVgxY2NYYXM3NE1aNU9OMjFIUVdOaUtFVktBZS9IcHdCb2E3UkNEcWJ2N1ZhWjhiY2lrbTFVNjFtdUhFczBtQjViZndyckl6ZWxiMnJydHZhRE50dnpiLzd3QVRUaStvbVBwTnJZQ0xnWGxsWDgySGRtRGdQUERiei9ySExockRqdnJEUkU4WXV5THozT2VJd09qWFl3Y2duZHhTYWtQcG1xOHFGRjh5aEVaekZ4M21od0NRWThFeHI0bTZtZ1ZRS3MrenZDZ0ZOQVlKMjMvMjJzNlZYYmNOdm1SVlhsUjFiWERnZVg5L3czR0lWc3JudERCa0p1MkJFQnBnL3ZYaUNNTGdrMnNlSlpOeHFpU0ZuVWFyYm5HZHh6VENQWm0zM1pIN0kzbVQvWi9zbnZqZXZ5MEdqNUluYTg0VzlKMS93T0p2RXBydVROb3c1Vnk0dlJwYVEvZCttOUdQeG0zOWVIZ2s4dEgzdTlMSndtVXYwWUU4eCt1N3JMSGQ3N1FUQ1QxWGlXOG5BenhjRXpwenVCUXZiOExqeURhMitxOHZGMDZ0L1kxb2I3QjkrTHU5Smp5L3BMWi9qajVUaEwrcjdqT3ZLSVlVakplSjlXUW9UMU9yajdnZHR6YXZIclhQejBDNHVQRnc1QkdyR29Sejk2Yy95UWZIODZocHk5RGJnN0haTytYSng2bXZPOUtXM3JodVBGajFrMDBXZC9vcVdFSkErSFV0eWxKRGJiVVVNSjdMSWRjSFZuT1hzMFRHTCtsL2NYUFBEYXNrSFdjMnhIZERsZ3drR28wckxqL2w4T2hzeHoxT1RLSDBHM2UyWC90Mk94NDk4WUNPNzlBblNHaWxENXlQSTlZZE03WW4zbXJkLzJtbE5qT3FOczZxWi9WL2I4YnpiRGk3UXlMb1lzNzA5V09zT3FXay9VNWVVN0grdElmVTRWdS9qbWsrdStSWjNDdTUxMldyR2ZKQnBvc01NbGtxZDkzWmRvU1dtWFdITytjcDV1UXprNVFLd0hJdWRVd1BqZkwxWVl2c2FERFh6OUdGTFZyaWtmaDFUVWlnODFJVllZaG15NHhBWUpWdUwyWHYwUU5weW96MlJlMFJ2NDZuRWZvQ2liR29zUFY4QUFDMml3NzEwZ0RDMnVVZ3FHTTVJYzV1Vk9SQk1DSE9aWWJuOXVlNkZzMC9Eb2FHVnhzZS9Kd05PWW1CaGxQWnFNeTVOUjA0ZlRPZHREbmRlc3QyeU4rbHF6MTlQaFE1eTQ4VlRoWVVTTWJPU0VPWEFRZnZsUUdia05BQlRSSjRHZ21vUmI0bm1oK2lzQ29WQUZodVEzNnJGYXVIT1pYRFhkdTRhQU1yMUx5dGRvMktrWWdZTDErMFNLcXBqUE9ZUnBCY25nM3RWeHdRdWxjb210UkdLMzFCKzVqMGN5eFQwNU9Ebk5lVjRZR2s3UjNSOUY5dEVGUy9IeUhxcVRGdGEzT1ovc1BvSTZEb2V2SnQxYzM5MjdkOXlKa0VEWW8zOU5URHlPVThHQ01kYUd2dE5WcHVjS3AvMElsT01TenJGZHN2SUwrQ0pzR0hINXROUFlDMk9UYWtYWTJpTENpMFVlNVhBUmtlNVlMVmdCSVRqUmJMOS9SQXAyMUFXNk13R0cySG9WRndram5YbWlCYk5pT1FXWHRLSmVFa3ZScEp3d0h2T2JQdG43NC9vWkMwR3FPQUxadjBlQmwwdndCQStjdS82c3JLd2luV3h0ZFhWMWJlM1IvbjRyQ3BXaWlaNmVuaWRTVjRmb0w5bERFVWF1cjF5b0Fmd2NMbWJFd1ZvYnF5aFFETTZEbE1wWkl3S2RsUm5ac0kwOUFMU0VPQ1ZjTks0K2tLNHZQdXJObGczczQvL1Z0REUzWUxES2dnTFR1K0hNN0dpdlNuSVF3dmh3YjV3N1hndHFpZ2gyRGc1VVhodUpUeXQxZGRCeTJINjlrVEVFNXlWWDV1ZmszQzNNMW5kRDRlZzRNRHBLMjZBZGdkd1hlRTdNRlN3TFZBMHdLQktHR3ZsaldDUjE5eEJMdG1KRHJHd2hKTGNNWTdOaFZrMUFJMjQvZmVhWHRWQTVqRm85Mk92WEhPRGFBVzcwMUx2T2trb3N1c21CbzVUdTMzSS8zZUtTNFJrMCtJVFZ5YkZCTEwwSkR1ZUdyQWtPUWpmL3pMK1lCMkxmZXhubG8vNDVTZTEvak9vcWwwV1dWLzJ5ZTl1SUdoY0ZuU05pK2kvOU1CSG5DdEkxWC95T2gxZk1FekZ2cW1UNlpvcVNHWUJ5OTdsbmo4SDI3VnhMY01sVXZRVTlCaTlVRmJmdUF2NDRSYit4Zkc0SlJxQTgzMk5pNGdnTzgrREhOaTdqNVlNWWVSUGJCeWl6SllseVhHbjJYeHdkL25HMWRCaDB1V3Y1SUNFc0xDejlqOERSVEhHVW1mdEVHcXFwcVVtelUvTkgyaEVad3FlZDZuTkZ3WVg3WW45d0VlNVhTYnp4eEdIQktXSVI4d3BQOG9JZnpNdjJ3L0dDUnBHVVFvY1Q4dGJ3Ryt2TXphdHNBcHJYL1RnTWZyOStpM1VtS0FoWlIrZnpCTFpHdjlGSW5FUWl2NkJBWmZVR0dSbmllT0c5WWwxOHcyMlhTUC9EdGtzMDdIQUZ5OEJ6dy9MV0k1UjZGNUZJNU5RVWFaUlNSQ1VmTGhCM2E5ZEpqUHltWGlIZDZVdFlHY0NGeUxMR29SbzJkQjJ4VmxRWjRNZUVYZUI5UE1LWnozeHF6RS8zeFR6V2k1R3lCS0I0cG53amc2akRTV3R5Y2g4eHlHeVU5ZGFXc0NQVVlEbElIbGtqSUMyaU1CS3Q3aEZmMVNvQjVuR0FraXFLUmo1ajd2NTdTRGNRMnJuUyt2NDBZdnp4NGc5SE5pRlcvTERPaEl4LytBOWNIQndjY0xNb2hwdEhpSEpuc3NoWExJbmk0SFNuVlF5d3RIQS9aS2IvOVhQK0xpRGNuVGJmY0FrR3UvYVdKdFU1N3U0Rnl2aDZsMEFoeFEwR3ZlaFRGanZ5eWhDSTNzTFBGeGErOUs4NWVxV3J1L2dBdFVRcFdoMjc0RWY3R1VSYWhxdzR4OGZIaXRkM2J6bVpRTFE1VnJrdkZ3WjljeXJWOTI5cTM1RTlKK1VCTy9DNXoyRnhHZUM4L1hzQlBxN3ZTOFNCZEQvWHF1M3JvNjl2bzhlUysvQ1ZGZjVYNC90Sk9QMVN5cStGN1NuU3RYYU1qSkdOYzcrTTlQU0lFME5XUTl6WkkxeFNoc0tTUVR6UW1pTVlvU29uLzZvT21zd2RWQy9WMGRhQWIrUlpMV1paZ3BxajB6c2FSbVFTcFRFRmpNcEtvMGVHVHNDVHBLVFg5MGQyN1JwRk5aL1Nya0QxQWU2eUhYcWgyRTVoL0F2K0F3cWpzdnFtSm5FU0NKN0VuWENKTlNMQ25pMWJYVDlsSUo2MnhJbTF5L3JUNzNLMUtsZlZ6eThwMTlIa1dGZGswbjY3Z01tNlRPQ2hrei9SaXNIWE1xczJGN0RwaGphZEdsT240WDVYVG0yOUJxTWI4eFpCSjlOdTAxY2NaYStNL3R6cy83YnNLNlB3a2FXa3BPeUxwOHZtZjQzSjBOM1QrdjJKQ0lRVXlzd3ZZcnFGM3hXa1Jxa1dPbEpJM05uWHZlNFJRZ2l0M2JxRldDZGtWa2NGU2RLQlZyd3pmR1ZXenJza3FvK2Z5R2NlY3I3RW9NT0t3WUVVeXljYTZPR2U4RFdYS0tpNWR6S0JQUFJnMkpBS0FRUVo4VjVZdkNCV25oYVpEcVBib3ZVaSt2Vk9XWldFaEFRdVp2ZHdtcUFKTEM3bUg1SytSM1EzRmRFTHJ1aDRvUElrTmhHMkQxVHljbzdsOHpBZDZBQ1lFTEFLb2M5azE4NXdRbWVhRXVoM2FiSDhBU2RKR0U3azVwb1B6UFNYVzJ0d1Uvck5EdkRSQnltWUVNS2VxeVFhWkZTWXhwL0dZSnZ4cVk0bWFHSGtZaGI5UUV6YmhZR1VhazlsQjJVbkRXcnRESVY2MHhiY082UXBjREhSUW5wN2UwZEhSNy84UjBnSU54U1N5dDRsTWhqS1JxOWVEaUh2QXdtVTA2eWdnVFVBN0JVWEJtcmNSQXlTWXBFOHJ0VTUzaEtGSDN5NUVBSXJxelZKQ1N2UVo1TlAralpLdnZoSVkxOFdFa1lNM3laUkVqa1NlWDR3OXB3U1RCZVdTQmd5RVBPNUlycVFJK25qcEVsVWxsUFhPZ0g2cnNIamlDcHFOeUdxT0pXMS9jWmxaTWNmUkFnb2hEczVWeGNVbm9CMFVnaGtvOUY4WmhQR0RJSmlRSE15QVJLUkRLcTZKMjVZR251Zzd5WkkvTWh1THl6SzJWUWk4eWdEdEhyMjBDY1drWHFzT1psam83dExibTNrbUVXQ05vcTFFNFd6L2UrUitOOERvWGdrK1Z6QlJTV0R6TDhIN084dm5WTWUzWHdPSmFyaUxha2pabkxxa29YOWRScVc5Z2pOUmdlTXZHdm9vMU1JQUtoTG9pMVpaaGNvYjNhWkJNcDRWSE1WQUFiR2JsdmRZbkRrYVlsYW5saTRCNit4RjJrenI5b3Z6NzdtRjNCcm84ZDRYLzFOZEUrNTV1VGVtc2U2SHZOZlRYTzNaNHpoWUYyUUxqeHFJb0EwVHEzcks4U0ZrbmJreGZqM0w1cWxDTmdxSmNlZWNoMEhGVlcrZ3NacFFTNC94Ly83eDliemdOV0ZsVUJTSWVYMkRrQ2hwcXl0VktsZ0Zmby9VRXNCQWhRREZBQUFBQWdBaTI0ZVdkRm1ycktzQVFBQU9BUUFBQXdBQ1FBQUFBQUFBQUFBQUxhQkFBQUFBR1J2WTNWdFpXNTBMbmh0YkZWVUJRQUhGMTdSWmxCTEFRSVVBeFFBQUFBSUFHbVovVmpicm5vSjZBOEFBRFFTQUFBSUFBa0FBQUFBQUFBQUFBQzJnZFlCQUFCdGJTNWlhMmwzYVZWVUJRQUgxM2luWmxCTEFRSVVBeFFBQUFBSUFJdHVIbG5oMFdmekpBSUFBUGdEQUFBUEFBa0FBQUFBQUFBQUFBQzJnZVFSQUFCdGJYQmhaMlV2Y0dGblpTNWlhVzVWVkFVQUJ4ZGUwV1pRU3dFQ0ZBTVVBQUFBQ0FDTGJoNVo0MTNpYzJNSUFBQlRTUUFBRFFBSkFBQUFBQUFBQUFBQXRvRTFGQUFBY0dGblpTOXdZV2RsTG5odGJGVlVCUUFIRjE3UlpsQkxBUUlVQXhRQUFBQUlBSXR1SGxtU0JPVHIwZ0VBQUNRR0FBQVZBQWtBQUFBQUFBQUFBQUMyZ2NNY0FBQnlaV3h6TDNCaFoyVmZabTl5YldGMGN5NTRiV3hWVkFVQUJ4ZGUwV1pRU3dFQ0ZBTVVBQUFBQ0FDTGJoNVpKUERiK0RvQUFBQTZBQUFBRWdBSkFBQUFBQUFBQUFBQXRvSElIZ0FBY21Wc2N5OXdZV2RsWDNKbGJITXVlRzFzVlZRRkFBY1hYdEZtVUVzQkFoUURGQUFBQUFnQWkyNGVXWGEvVGg0c0JBQUEyRHNBQUFrQUNRQUFBQUFBQUFBQUFMYUJNaDhBQUhSb1pXMWxMbmh0YkZWVUJRQUhGMTdSWmxCTEFRSVVBeFFBQUFBSUFJdHVIbG5vem1XZ09od0FBR0FjQUFBTkFBa0FBQUFBQUFBQUFBQzJnWVVqQUFCMGFIVnRZbTVoYVd3dWNHNW5WVlFGQUFjWFh0Rm1VRXNGQmdBQUFBQUlBQWdBSlFJQUFPby9BQUFBQUE9PSIsCgkiRmlsZU5hbWUiIDogIuWvvOWbvjEoMikuZW1teCIKfQo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</extobjs>
</s:customData>
</file>

<file path=customXml/item28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29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TZlL2xpdkhwMzNyd0VBQURnRUFBQU1BQUFBWkc5amRXMWxiblF1ZUcxc2ZaVGJib0pBRUlidm0vUWRDUGZvY2xEUVlwdW1SdHVrcDBUYlhtOWhsS213UzliRlE1cStlNWV0dHJwcUlTRXczei96THpNTDhkV3F5SzBGaURseTFyUGRCckV0WUFsUGtVMTc5c3Q0NEVUMjFlWDVXZHpuU1ZVQWs5YnJyNVkwb29aclc0cnN4b2lPREN0TWUvWm5sSGhwTzR3QzV6MmRVQ2NJL01TaGdlYzZZUks4K3lueElwK0VYN2FxYjZramZoYThCQ0VSNXB1SWpsNVhrdC9UTmErVXQzS3dtN3R3akFYa3lPQU5VNWxwVGdqWmw5elFQRmZKSjB1TU1yNGNDbDZWajdTQUk3eGZvbzQyV3Z2eDYwVGlBdTVZQ3F1YUc2NmpSQUN3djJXRkpEd211QVdjWm5wVm5iWlI0VG1uY3NKRlVjTWxzbjM0b0NZMFdmOHJ1UkZBSmFTYjJmejBSay9zVU1XRnhxNGZ0WS9ZSUp6Q0c0dSt1dFFLajNpQlEwTEhKNWJiNlFhdHJoY2NMWGNpb2VWMXZZN1JBenFGZWEwczFZMVJpNWFxbkRHd3VIbXdoK0loWlZJK2xWSTFZVGYvall0Wm42NTEvc1gySkJmRWRQbmdZb3pKck5iNUJrUDJ4OHp4U3lyazlqVU5Oa0NHOCt3RTFJbjFydGI5aVNKek4vOGtid1d0c0cwS1hoakszYS9CbUZoRzJSVDB5dmZONCtaaG45VGJpOWtvQTVDMUttNXUvd0hxNFJ0UVN3TUVGQUFBQUFnQWFabjlXTnV1ZWdub0R3QUFOQklBQUFnQUFBQnRiUzVpYTJsM2FUV1hoWGJ5RE5kdGNaY0NMZTRSZ2hNQ0lZRkFDTzRsT0JTcFFnc3RVcUg2dkwzMXY5ODQ0OXpDSEh1dk5kZVZDZlo3N014NTFySDV1RitmbENQdlVRM2lkNWF5ZWNJSFFXMm1VSzM0WUZYQUgyY2J6UGZheGVVUmg2T2tCa2ZXMGZ1Nzhpb2RrYXZFMFg4NEZuU3ovaEdERTZ2NFBqMGZaSTZOUVZscE94WW1UMDdpVE1MQmNYOStjSnBPVjU5cUV3a2xCQ3pQbGY1YW8rRjVaV09UT0ZmWjNoRkloa1BYeWErb2VialFlaHViMGJpWlFvZlNWN2h3aFNtTnZsTGtQVmNYT01HcEZWUmNOZWxPTEJzVUJFL05Jc2k0MzkzUU1KRGx1bFQ3aDNyWVh2RExBZ25OWTVjb20xT0drUm5qYXByVDIxaEs3NWllV2tZVklqbUNlTGFFS0dzNmlZdjBpL0hCSDMyVEZMQVpKMzNBYXltNDZXcDExMjNLa0dFcjdMbUVZZ1ZBZmtaOFdpUmxwYWRQMUppK2t5ZUJVVWpMK2hxNlk1V05tRDhPelNlYjJFME41djVWWDIrdmYrNGJ1azltazdVbTFnOUhtRHJhNVFCY3JCVFVtSHQvSFZ0TkJINTZEWGF1THVJMXZtRHdCL1J4MExWVEJyTGF5RFdsUWVwVUpENXNONCtLcllmMWg2RmlvWUQ0VTh5QXlJYWdsRHpJRDZXWVRqR3ZaSDM2WTJwLzBNR3pwY3h6dnk1ZkVaUVVRZmF2V0NTcjJEbEd2Yzc4QkVVbkY3UFlzZGFKQ2ZWYTkyUlhydkJWNmtuYlg0aDllL0VRTHp4K2JCKzhlakhaWHpGdk1oODEwdkVmS3N1YmFvalNncUVDZ0gxSFVYMm9Kd0RHMVhyN1dVUzFmQ0t4M2lCQXlMZGN3KzRPUmQ1ZlArZUJVaWVHTmJoK0t5L0RGdlozdktFeU5OMnlYNitBMFE5T3dtR2YzNkowRTRVNmw4OTh6bmJ2bWFCK1RHblJpZEFTcWFNa1ppYjBLTnF5c0pQZDg3K0l2YlVjMjNKb2lkTTZKbXB4dUVFNURVYkFvMjcxbWoza0ZIMjNRNEV3OGZ0NWxUZTZCbzN6UHZ0b1Y1c2pQbjNzeVdXeUVCQjZ0VDhoUlBGVW1paU0vZGVETjVWYmJ4VzRQczgzV2Q1Y3FhQzhtK2pobHFiQVVFaGp0Ly94dis0b2ZIZ2dCOThFeG1tWVB3MmNqUnlEMnJvcmc1QmdNQk1JSkhPSHpaR2pUbUpaU3o4M1pwc0N6T2x5ZWcxRHpJbWtjOHpHN1NIWkhQTng0VmVaYXZ2WGZhVTZGditQLy9MLzNmOEJqNkZoTm54eDBjMmRvbmduMFllTUNLOW5WZXJpc2NkczdhaXdGaVpUeWY3amZOU3lBWUNpL1ZOLzFvQWtGeU5kalpuL1Z6TUMrVTVuTUM2eXF5UC9zSS9pUWhOdkI5bjJlVGJBRW9hQ1R4d3hSRjdPeVcvbERrdUdabWV2WHlqWStlTi9MZ0EweGxnRzM5L2NwTlRnUXA1UTdaL09iME1qSWgya0xGTEhUNmw2ZnpOMVVDazdFdVArNnQ1dnNGdExHbXM4alRIS1pzUERXM1poTlRGS1krdGk1bnp1b2R1cVl3QkU4ODUreVpibWdScGZUQm9oTGYzWUx1TVowVjhmdXFrOTNKdUpoT3hqZitMME82UjR3NjBTak52b0pZYmIrWFRzVERyb3QrNTZIMXdpSlNSbG45Vk5uak5RS2Q2V213U2Y1N054YTZWbER6bmpYem9Lbk5KNDdlZHlhbmdQSnJwcC9HbXphTzlFWmhxR1FoWjUzRzlaWFIrMkZvbHo2aGtIVEd5alZFSkRJTWhsdzZmVmJLNXVBd09Cdi96Wm53ZEZ2UGIrZTU4dDkza0Jqckg4V090WTlhS0I1cGxGNFhwREcwdCtSYTRYcWNIVVlYZEQ4ZldYQTVoc3luVzdndCtOT3hsY0RxSkJ1WmxReFVYMStVdkZUbXF0Q29UK3NHdDcxTzZxNFNRNWYveC9zUmQyekFrM05yMXhrNGkxNDVxZmdESm1PUGJMU1VwemY1YUNDcGhGdndEWkRrWjZoRnFEd0EwNFRkb2JZcDF2MjhSYWg4TWk4WFZoUlhGMDNOTDFNMUI4OG0yZmJJOHRRRDVPL3ZHL004aUIyYlE0R0h5dzhoOStqTEljOFBIeFlsaFJGTGdUY2ZJUWFiV3hHdVFIMDBSQUFiTUZ0aWlMbGFTUVBNM2FORHBzWDBIN0lRem5wZnpWWHYxUk9BNExoWFFtci9xNHFSdnBtQUJOcFB5M0dRMDNvQlUwSHo5cnNvRDBRdlR3ODNSZk5FcFBlNDFhVVorSmVlL1NTMVNHaFVRbFNrVE1pSVozZ3JoZUJHQmEvdmN2NTA0WVhaZGFlYTdNeWhXZmxLUHZVVEJFbzJkSXlwZlBzYWtvR1lFOCtjdDYyWjN4aHVSRTd2cGxZa0FkY0RhM2FkNnZoVklvS2FBNFdkT3dVQ3hHb1Y0VHgxZVJSV282RlJ3cm5ZVDB6T0dNUFJacUx3Sk9wMTJNeHc2VktTUVBCRUZVSE5CWjY5TnRnYWZ3UnhjcGZUNHNVcDVYSnM4QW1FMTBPUDJGaFVFM2c1U1REZ3dvc29VTGZiTGpWd2s5OWZZa3pqcSsvMmVlcThhWk9kUGE1NTdkbURkT3lubHp0V0JnSlMyQysrWVYySTQrbE1idkZub2FCZSszNUhkVTV2Q2hKL2o4L1k0UldEWGhMSWtQK3ZhNG95Ukd4cmVIbU0vRWRvbEh2SE8wdUcyZDVKQkJLR2RVN2EzOHR0cGgwS1dQNUI0NytjbEVIWkVPclhEakwvODdUcDRpNEtTZG1URWc0NDI3S1pWSkMrL1k5aUU1bWhjTWcrVjkxV1FNR0dqSWtjc21MdVVtbm1TZWtCRzl0MXBSblV6amt1eFNkSmNuSFBtTXFERlcxQjV6aUt2bmppTHJ6bWZONXdKU0FJVG5MamVmY29FUXFXZDZTV1pRUEE4aVZFSVN6eksxYWw2dmd6d0JkN0tZLzhkNitab1pxWmZVa01nYTRTampnWkJyOTI4WEVaZFkyUDBORkM5eTZDVWFRV2REUWdmQThadlBaNE1zNUlkMG9tME12WENXVEZ3SzNUYkg5NWpOSjBtRmc5dlNmdVhFUnJ4TVA3SzdQYzlSSWp3d2M4eEVETjdNVWs2UjBvY0Z5TzYvbkY4RTM3NjlsQmZtS01GMnFtWGVtV1FMZHVBeFZqNHlDa0dDanVxbG10NTZTNjRwbFUxZzRjV3p0ZXZpVktRRXg2Nk0xTURLSnYzM2VzVHc3dVpManlaTEdwcVNrY0hBNEJMbGVUUzFlME5aMCtpS1ZlYW9OeGtvS0NTakhuK3Z0UUF6bEszVnJSQVpQTmtYUnowajh1dERVbEtDN01ESDlEZEQxSmVBOE14SXYva2RkMFljZzlyR2dhVDdkZ0pmY0VLYysvZXZONFZHNlpYNCtCMmw3VzMzY0hFaTgvWmF0ZXhwMUV0eUcwdnNybUN4WDJDY2Rtd0cycTljZU5zeDZEeFFacmZIRkV4R21YSnV5ZE9LaFNSU0MwWHFUQmVNeHAwQmY1VDl5TGE0a1NoODV2R0YvL2p2QjVCYVIzdy9INEI2WmRPNDMyTFdKTFg3M0tHaTdoVEVQcEZlR1UrdTRoMThVRy84YXc1TE5rc0N5TmpMekg0ajY1WXEyRXhDb1RDbjFua1lubUFxanMvSzhUanV5aFBBSVhnTFNubkpZT2gxVUNlak5kNndZRUlHSEI3cUMvM3hmeTk1bE1HWWlXTW4veXVSS2hTY095M3l5ei8vd1M0U0lvOU1PRGpMdmtDS250Z3pOUGMranFLUURJa3hEd1hLb3FSN3BmTDlYZFBxdGh4TDQxVUg1L094NVc1S3NiTmloajMwM3NzcUlpTVdvdTE5OEcwb3VFQW5acHVwNHdmeTNvRW5McVNOaHJTME9XcCtVMzArcVV2VWdjOHQ5dTBmOXQwZzdZQkgzSEVsR2hsQmJpT2RRYTllZFloMWNMRWZsYk01R2ZqNlZQL2cwREo3VW9YYUVzdUhvMDFWMXZMY3ptS2V1UVpER2tQVzNkY0FrNmZ3VU1nbVdKSjNSRHp0RGR0K1JCVTBrdmJEQXFhYXU3UTd1STZITFBrN1JoV0VGOURHblVHUUpabUNNNmwzbnpvNVdBeU1XNmVGbTJQVXhBV2h5bEFjTWorVzdwaTBUQ2FibnZ5KzRtVzZTVjBOdS9MZVBqSHZOMTZMem9randmZE5Ic3AxSFkvM2tTMHg2RWN0NCtUQlpxSDdyZmwxb0NQNk9DYk5USUxIbDFFcXFBQ2d5ZHV3VlhEVVJWY0xOVWo4OVdNcTVHeXl2K0U4RjVhWW83NzJDVUxjZHZLM0d2M3B0Qm03NkV6ZHJ2LzVqNXQ1VzEzWGhmR0RQRzB6V3FsVkpWNFJCaEk2SDkzek5iYXJwQVBqbTFWeFBjNitYNWNGaG9Da1YwZmI3TDgwOTBtUVR1LzI2TUkwdXE1SlJwNkNtam9kSjRjNWZ5ZWM1T053cE5WcGprTU9jdUlZS3Nlb3o2aTc4QVVYUkxNQ2FhRjBkVkZmeFlxK0ZJL0x1bTYrQklCY0JIckhuaWpDcDBVV21oVFFVaStGNWY1THJOUldoNUdKNmpMRVdjYTRMRS9lOUt6d1F1NDIyV2VaUDNNakp1dFlFaDhJaUpqWEpYZVowcGJxRjFPTmlOUkdtNUhFcnQ2ZHVTb0F1cEVZcFl0TENMYVpOUUVKdFJHR2JZR29raWd0SFhYTTdpQnJ2VTN0L2lta0YrQmVIWC8rbW9pVVEzWGU0bk94NEtIUkRsb044aUJ1V3kwN25sM2NLMnkwV3RBZExCaGM0YUtxRDdXUnpTc01mUjNxUXpPbWtkTlVRV0JHYjNlWDNoQml3dW5JRWp1V3VzbzRNV1NuS1pDZXB6VXpKWnkvT2I2NTYzWmZqK2ZrdmU1ZlBqS1p2THZIaUtPNTMrTWNDZ0U2M2RRby83ZnRmbjJxMGhMblA5VkRidnhqSkErOHhtNFZsVVZWSWtSMmNwN1NMbU5YTjM2YTZmY3NFVG45akd5bVByUHVHdFZjZEEvQllnL2JaWTBGTXdFMlNEKzRibGZlUFc0cEFPckpybjJZR3lFNldYaGlDeExrZVpzUVJTV3d2MzdIa29oWTU4cGNHN2hLWk5kdjM4UUg5Y0tKKzNWWDMxb0RWbjNhb1pIbmI3WnZIK0tlUkVJNnVRQzI3RTJXY2thKzB0QzRPank4Q1NlYUhuaEk0K05OdC8xTW5BQVdCSFk2b3EzNjZ0a3ExYVhnbWIySU1xUGlOQm9Qb2ZHVEFld0tWT3Y1SHdKMlF6Nk1HQUFxSGZINS9Fald1ZzdRbkhJcmdxamxheGw5S1BaaGJKajVhYmVMS3dKck1OUHczK2V0dUhZN05ya3I5KzFHZnE4OTF2VVZ3VkYydTQ1SjNGcjNLYmMrM2w1cVpXVHNuTWJROHgwVGNPSkdJbFBBM3JsUjlQVjZZb29rQW9DOUI3MmloWkpMenJlNTF6endBTGpxaVFOckdia202VUpaSWdpZTBWcTJ0TS9LYXJCL0tEZWRuU3JQbDAxZGdKUHc4Y0xnTUU0VHVxdlA3bTd1aitpTFFPeDBxclZLNkN1U0dIeklVVTFXR0RmYjdEbWZjN0VsTHZIL3l2S2dmZXc3UlF0d1dtU1hWQTZ0TDVJRVRabVJGSXlNMEs4K2w5RkRtM1lJamJrMW85Wm9xYzE4d0RJUlpYeTcrYjI2c1dDSVFKYXZsem1EOS90YkhkL0U0VktJVHowV0tEUlA2emh6NXZVb1F1U3lQV0gwREtlanlFeXV3cGZDb2I5UGk3clZVWHlVUW8yWlJBQU01SExyTndBNDQrQm1nVFZCL2tUZUE1RkVVQWRTTXNoTGxKcS9YSkZZUkxzbDhUVHpIL0VpSnpjeG5jQy83T25xdThkZk9SU1VmYkhSWm4rQitHYnVRdndIbmJYTGNIY0NIdFVkbFpNamNpT1AzRnJEcEM3T3I4TWRRK1cwMnMwUWN1cWs3bnQrUzZrRFozLzVmNm93enFIZCtweExtUUFSS3gwOXgvRVl6cW9oOUR3MytpWTFKVUNXdVAxOUVWYnR5T1hxb3Y3S3Nlbi9sLyt2LzMvL212NzI3Ni9KVmVjU2VxZFZ2eXJFbEM2OTE2Q21CNjdHMCtvUWxqb01vWWlNSFQ0dnZ5UldlZWlpT1FkUFR0Tm56S1k5aG9UanY2YjkvWG5BZXIvV3NIRWNJR0wrZHN1c1RvUnNRYWpaYXlid2laM3ZUL2NkRVFEN3FSeG5YbytRSDRrSE5PcGx6ODkxNkZ6UW5keW1RR0J0KzIyOFl2Sm5QS3NTZHBEU3U1OUtFaGQxVklxVVF0UStQRFpFQVZJamhVSTh3VXdidXkxSitkTlRXU000ckcyaXRtU0p5TkEycnQ0WGdqelZEV1B4bnhJbXNkWHZKSStSVXhRSUlIR0w4OC81MDR3Wk5mdGdIcDB2c1RiQzEzYUplY1Q3c3pmWnlxcklOQytrcWMxM1RrZFgwTTFwUTFOaUZLZFJpdW00aDNXQkRvelBySisvWlpFMUR0aE53TERjUUNieVNxK0trWEZPN01Tb05ZUmMyNGQ5S2hocm1MVW9zNlBTSUg0R0tITm44OVN4K0ZZaTVRQUYrQUpQbWZRbWNWMjRNNXg0K2hadlUyZjNWUjFjeFQrdzBNR3hnQU5OOGNDMFJnREpSd0pvS3V0OTcrVmVGVjNPK0ZDL21YSmZsb3IzL01VSll1V3BndnFKbUU5ajk3czBNWnZNaVhqS3ljbW5JTzd1QTZYNXJmNVEzREZrclc1WDNqQ3MrYU5lVEVnRkZSU0J1SnVoM2x3WUMrRDNaekw2ei85Wk5oQ2lVMG4veVNpM1RJM2NQTzNmL1o5OExCc0NHcUNJMW15dU1aZzE5ZSs5U3lGVG1BQnBXNlI4ZTl5TXRHcUljQkdnWktnNHlHZGFWbUtmZklYVHNnYlYxNjNkVldEcXdOSnB5a2E2cXAycUJVbDZaTUFwVi9FM1NsZVJDT0pXaGlGUUVRaERzekJacmVRaUFqQVVBUDJJa2xIQ1Izb3YrajlRU3dNRUZBQUFBQWdBanA3K1dQZ2R5RDJ4QXdBQXl3VUFBQThBQUFCdGJYQmhaMlV2Y0dGblpTNWlhVzZOVkYxTVcyVVkvdDdUQTVhL1pzczJZekxReldCQ0lXaTg4V3FKQ1d1enVhbDBacTBhdDBRTS9hRmRkRmJHcFB6MTlMU2xCVXFaKzNNdDZtWlJvSVMxQkJqMHdOcGtVUys4MUYxNTVjWDV6bW05bVRIUlpQSEc5K3RwQWx0cXdrMXpldDQzei9POHovUGtnUHhUT0E3Y3N3ZjFyNWZ1ckplKytyYnpWZEkxUWNqcDQxRkNYQ2I4SWVZSVBwMDg5c2F4VTNEYThuWnR0OFZpT1dONXg5enI3YmxNem9JTjNvUDM0WU13SVhQbnhna3hmcndmK3JtWGVQanpCWjJEMUhEUDlPbGRkVTVTQytEbVBEeHdMbDY1UGE0dTV4R1hORHFhdUxiZ2R5Zk9HMGZPQnNYMjROeUo4eDBqMXFEWTZYclord294UlMrUWo4eVJ3SXl6VnpTM3JOcUhHMUllaDJocVdYVU8xNmM4QkFiMnltSkhsdEN2cVVOR2taQ0g3YUZmVW9jNlJDQVBPOTBWbG90QmM4UzJQdG9ySG8rL1ptYzdEcmJqeEtjM0NZaFFsZVpDRlpxMmtQRngyaWkrYTExc0Q3VTlUbmVJTnV0aXB3QWF5M09IaDVEbDcrN2VZUGRmUDlyWmtvTXRPY1dsOUFDQlBxNlYxMzFDOVBaR09GQmppajZ3dHBSTkorQ3BNa2luZlFSOGJIQ1I2TDA0YURCRjkrMy9BUWYxNXdpTVZodWtIUVQ4VUcxeTZsTUNBYWpDWXJOYUNkaTV3eno0ZWM2cis0eWQ3OVpmcXV2ZmNma1NYL0pIYWZ5R21naXEwUnk5bTZDemtuSXI4Mmc3U1pQTGRFb3FibVN3VUdWejZwczRnMDRBbC90QXpkSFc1dGJtbldJUmNISE5QQUIzV2ZjNTQvRHBCeldMZldXT1FiNGtYRVVnbWdtWGttR0dwYmZYOWJFTER0WWVQV0k0WWpCRmYvdjlaQm1wQi9vSkt0c0wySlVGbWx4RDJjcjBGMHAyamM1bWkzbVJ6aVVxOEo2bjRHM01qVmdQWUZCZTdubm14cEFHUHF5NW9ZRVBZeGx5U3V3dVdxRUdjbysycDlBY1pYSlJuYzhnUmJHUUxONlpVcTdkd3lQa3pXbWFYU2tXcmpEMmExcDV3S0FiSEJuYnhacisrWG81dHc5MS9RUFlWaGprV25nUWVHNVVONGJjc0EvWi9iRDdOajlnR29saVlaek9iQ0loOHRQQWd2YWdYY2xTV3BpazIvSGlmSXFHVnl1NjhxSzhLZEhDa2hMYktDMTlxVnlQbEQzdzF2a2FvWWtyNnpId0J0NFVmYkhySDlUalBrTmdaQTlLbEZtSjNscVFKWWxtY2hxUnNobFNaOExLelh2NFJndWg1TCt0UkdaWUNJa0FlNThWU2plWDhhKzhsWkszTmxnZzJUaUtad3J2VHpQbDB2ZjAvZ3E5R2tOWVhLUGpFanBhVVR2NnBOcUo3WWFhU3V2SDlxQldNd0VEb2JGVkdzOG9FK3ZGZkg1M096QlBPZmVObkMvSUVrWVgzcmxPU0xDMTVCcnpNQnVuWDAvU3FSc1ZTWDU0MnNFSC82S21QNFlJQ1BCL0pSVmdWMHZWK1ppNnNxWG1oSjFtQnVDSmFvWW4zMkpuZHZYZ1o0cVEvd0JRU3dNRUZBQUFBQWdBanA3K1dBSWk3dXdtQ3dBQWVsVUFBQTBBQUFCd1lXZGxMM0JoWjJVdWVHMXM3Vnp0YzlOR0d2OStmNFhIL1d4RnU2dlhJYUZESEhKbGh0emtTRXJodm9sRVNUellsc2QyZ053bm9GY294L3UxMTE0VGVrZmJtNE9iRGlSTWFTRUJrbjhtc3VOUC9SZHVYeVJMbHJTMlpObEpiekFaR0dsM24wZTd6Kzd2OXp5N3o1THhENitVaXBsTFpyVldzTW9UV1NDSTJZeFpYckFXQytYbGllekg4OU01TGZ2aDhmRlpZOW5NbkpxYXlDS1IvQUVpYmphL1ZqRW5zcVFtbS9tRFVjTFByZTkrYm4zN2ZRNWtNMyt5ckJMV2xzMzhjYld3Y0hIR3FGMmN5SXBacG1lMmFsVnF4OGMvS1N6V1Z6Sm5KN0pRa2JUczJQSHhqOHpDOGtxZGxBQkpFa2xKL2h4OUU2R1V6VXhTZGJORURhazVUMnBVS05JSzZGWE1MVlN0WXBIS2lZSXNRVmxHWHZGNXA1aVVqUG02Y3RwWXMxYnJ1QWR6RldNQkQ1dzBRMVRkMlZBSmEwdmVhYWZueklXNlZUMVJMQ3lYYVYrcGFsZmZkS0ZZbkxhcUphT09TMmVyaFhKOXpxeXZWakxUaFhyZG1sc3h6VG9kMUVmZTQxbnZjZEpZdUxoY3RWYkxpL1NWbWdzUEZlQWhNMHZoRjEzTlpqNHVGL0JqcVpUTm5EYVg2ak5HZGJsQUpwSk1rRlh4djU0aFF2NkNTUXQzbytRcndiMmNYekZMYktZbEltSVV5aGVzeThTMm1aTkxTM2lzOUpITjlzbkZxbkU1NjRqa3JhSlZwVlpxYTJFQ3BFenlWTStiVjRKRmN5dEd4ZlRLeG1naHRpd3RKajBCUUhGWDJ4bXphTlR6VnJsTXpVNCtYalhLdFNWc1k5K0NFanRYazM4cFNVQVJSTUJaVFVBWEFOU0RLMnJNOXduYUp6YWovcFV0aVJwWjNCM1RmYnBRZGxxeTUwL2EvYUVXT2tNbTFsMVlXYWQ5M3FpUWQxcEh5azZXRjA5VXE5WmxhZ1U1bTVrci9CbmJRSEtiays4NWRwbXppb1ZGM0FVMkRkNk0wSkZnbFI4c0xWSGdzaEc1d3U2ajA4MHgzL0N3WmZGTVJkc1hpWUtpS0dxbmxTSDB6Q3hHR3pnRVZyOXB5ZWNtaTliQ3hReDVZcDN3ZUNOeVhQTVlVTVI2emdDUlNIN3dvaldYOExzejF2eUtVVFVXNm1ZMWMrb2M3Y0cwVVNvVTF5YXk5dTd6ZzNlYnJZM1BXbThldXBZbG9IRFVmK0JxbTd6b2xpelJQMFRwTE5hNVhEVXFLNjVTaW44c2ozQ3Y1aXJFcGtRWlcrTFVqSlZLWnBZMXpaOWpJNnBYM01mRzQ1dk5aN3ZqWS9VS3RraUYvTU5reHRvbWFSZWROaStaeFNtamJtREZ2emV0a2xtdkZzeGErM2t0a3k5YU5YT1JmV0hHdW1UT1c4Zkg2WlRrSklRbkxUZ3ZEaUVpVlpPUUZKb2RWMEYrdGVyVHhGZVU0Mms2UVd1aEtnQmRDb2xPT3FKQVZXVlpEWXJtNmRxS2xweGl2WThXSEd2M2VzeTFqdmRJalVaWCsxeDlyV2c2WG9ieU9Ya242NDUrbC9iUHhQUTRXOCtjSS9PclFnRmhJSjVuYkNHTHFnTlRwMTZTZFFFRGc5VnJnaXBUZitEdzFReEc5M1NWK2tWUkl1eE1tRTFpNjZtKzRoSWo2enp0V3ljSGFvUGlRT3dTQlRWa1RJY0RGVm1RUU5pWUl3NU15b0YwK3FPTjdGV051UEJJdUZEUjhTS1BwRENvQ3pBOE5kRkV5TmVTaTFURFdCQkVTVTF5djUzbmZvbXlIeFNqbGxKaTZnTzlxVS9TcERiMTZaTGdySDJQK2hTSUJPQlFIMUlFd09vanFFOUpUSDBJREl6NmNQZ253V2hVS2lvUTlCSDFEWmY2Y3U4dDkzVzJCZTIyT0JJNFZWNmNMbFJyZGNjYUhTd0pqbzRsTVZRRlZVSWNobE1FV1VNb0psVjJVOFhSeE5oU3BuSWh3Y2x1ZmNoMytlSVVFMFNZVDVVQmhJd2d4SklpRGdBMXlvS0tKQXNJSVM1TEtyckdUaUxDSEVrMm9RazVVcFJkanB5WlNVR1FlSU1zb1BpbkxUSEljU2pNbUlUK0dEc29ManRJTXZrSnNFTThTbXhqQ1E5MnRXSldmV3RnekZlWERHYXlGR0Z3em5hWkF5Nmc4bFFBQVNCRlU4MGNpTWFYaW5kc1d2aDBiVEx5OHhSWE9uYVNzcVJINHFyTDF4SkRLd2dzZWdaNG5pM0NEa1JCV1hNUjU5VDVBSkNaTHBwWExLcVZldEQ1RmJ3dXkyYXQxZ1ZJNnZDQkpLdVVHVVpnR2pTWWNEaXN3UERlbHJrc21ZUXRFYXlmR0ZXSVRsODBvcEF1eUVDTER2Q0JMS2hBVnlKeHBlSTl1UnlXbStyeXZjUEJsQmZycDhNVmhBUEJsU1pxQWxRNUVieXVDS0kyWkZ5Qi8wZGNzVGlpZjF6bElCQ2lVWVVydW15WVNUZjlBV1VpSmE1d0p5NjVQY2xGYXFHZ3hNaFhRN3UrU2I1UW5pczB4UmRLRFVkVlU3ekRRelVjTzJwUUZ6UW5kbFFsUVdQMVBGUUNFQStXeXRCaDZRNW1CTXVCdzVLTHFMaXhJeGROSVFVOWdCUWRMZkl4Rk83Z0ljTEhWNThXUHRydzRZTTBzczBkd2VjUTRjTmgrSVFZNnNjaDllT1BqdHdkcWJJK0lIZUV4S0h2dmhRTkNsSGJnTkh1YTVpN3I0RnR2bkw5N3I1eS9XNi9lRjg4bFAyWDd4UXg1YmxHTzRreVl4VEtweFpOZ3dNckpDRUJLWjNZVWhDemdJZXdKSGV5WWtCTEJyQURYRDNSUUk3b3p6cUpEV05KWnA3QWsrK0p6ZGl3aS94UXlnd0sxR0duZlJFSTJwY2tvN1JvQytQR0lPcjBPa1VTQmJoajlISWJ5UkltdUtzdTBYdXBrOTZKRXFtUEZISHI2aTM3L2xmTjliODBiMjNiejlmdFJ6dU5ielovZmJ0aGJ6eXo3K3djdk5wc2ZmdDlzdFFJNGNBTDlJMmFIdXJIZ0NnZEk1bktKSFFJZ25TSStVWnphVU5tODBUOGRPOFF2V1BYaktBcXlFNXNxTVRSNGtwM2FtR2c5dFlUYUd2Z2R6T3hLZ2wzbFZhb2NmUjBINWhMT2Q3d0FGOVhEMU1uMGhXNnZKWjhhTkVxWWhnNmJ0NkpDSVhUOWU2MTAxTWxjclhWcXJXZGp1Y3RxQ3YyMnBKWGVvMlZYUUt0ZFY0aDFUcXZrRXJCSzZSYTZBcXB3NDVPUDZLOGtPVDNRbGg3WVlIamhnQkFRaWpMak1NNk4vWHM4Q1RDVnBWNUZ6cjdja1dndHlQeXVOS0p1ZUk1SGhnTUNoT244Z2NYQVBLZGs2cEZwZmVsZ09GbFZRQW9uSmhsaHNlQklJeEtEdi9XMHZ4U2xOZHk5SGJ4V3FBZnIzWHRDK3lhN00wYnJZMGJ5YjFUWjRRK2IvbEs1S0NUb25ka0NsYTV0bEtva0xZTVRNeVhkZFlsYzJmUnBCYlRpN2xvanZJYU1WMVlOeFV1TDZRaCtQUXErQU5Kc0VHSVNlTEExNWk2T0M2TEt4MHNyZ1pKWEFtU3VOcVR3NVc0SEE2aEhJdkRjYkRMNVhBbi96VGk4YVE4RG5ReGJQd1FqeE5VZ1JHUEorWHhoMC90alpkNEQ5SzQ5N2ZHMWt2NzBkYkI3cWYydjljSHl1eHFQR2JYanBiWlhZeW5ZUFp1S2tiTWZvak1EdHJSK1hUUndzdXB2TXc3STRJQlhrRnFrRmZjbTI3RHpBZ084NVFvSmNrZnlyRVJGRU5XUndMbjFBaG9BK2Z5MUtkR3NMOVRvMzU0dS9GNHUzSDNlZlBXZHZQNjlxOXY3N1N1M21yYy9tL3p5U1ptNzRPOWpZUHY3alMrL0FXSDV2dXY3OWxiTHc3MkhoSmkvM0kzM1RrU09BYWdqUC8ySUhKeTZkTUowbzloT2o5Rzdyc2ZLYVVqbUlyT2VlSXVSNlRnNFFHb2VFK29ITGFQKy9HYTdCYWpJMWx6RXd3K1lsRThUb0dpcUFzaUowSjBMNkwwYytLUGtuRzU1RWFPc0UydE9yeWdZS3B3UWtkNVFWOWt4QkdUNGtOSjc5OWtISThrRURGQi9teW5xZ202d25HMUFBcFNuLy9mQXErNlE0dmdoeCszWDEwLzJMdHBQM2lOQ1IvenYzMzlLWHRnQVR6SkpqeTliYis5Zi9Ea0IvdkdUNDVmMlAxMC8vV092ZmRqNCs2cjFvLy9hUHo5OC83RGUzWXk2Zy92MlgrWTZUKzdrSTdoSGRDbllma3VLcUNTaHFIVFNRK0UzL3MrVzQvTitHb0g0Y01BNGF0QnZvYzkrVjZPeWZjeUNKN0hkSEM5aG1kMTRGSDdpT3RqY3Iwc0JpNjErSDhQQ3JrVndEdW9HYkU4aS9JZjdkamZQTjNmMmJFM3R4bUpOMTUvMW54d28vSDFMN2lFbmQyMHJqNXVmUDZBbk4yc1h5ZmxXOWRhWHovRHIvdHZmdGgvODRxYzQyemR4NDZCc1ArN2U4UXI3UHpIZnZmQy91SXVWb3ViMlRkMzhHNWhvSjRnWlo0NWxTZVFRYXBZbnljdXBlTHdkTkx2cXdkUVkzb0FTWVM5SW40RXVCRy9lOWR2NUFXR0YvRnJjdmVJSDIvSlJoRi9MMS9Bd3ZlRHZZZjIzWi9zKzV1TnYvNThzTHZyUDdKdlh0L2UzLzdYL3U3ZS9zNDllK3VHNXp1dXJaTm1HeTlKOUw5MTMvN25iZnZPVndNbGZPMElDZDlGZndyUzc2WmlGUG9mUHZIcnNlL1VzTjlIMURVWGl5UUJjSTZRM2J1b28xeHM0bHdzQ0Z5b0RlVmhWWmwzY0Q5S3duS1NzTTBuZDVzdjNqUzNydzA0OFlyRUlEMUhKbDZQK3BRZWRGeVpTSDZkaGlNK1NyZ08rNVNlL3ViUjQ3LzdIMUJMQXdRVUFBQUFDQUNPbnY1WW1xaXQwaklDQUFDbENBQUFGUUFBQUhKbGJITXZjR0ZuWlY5bWIzSnRZWFJ6TG5odGJLV1cyMjdUTUJqSDc1RjRCOHU3aHRqT2dVWnltRmdoMGlRazBGclliclBXYWEzbFVIVVpvdHp6QUZ6ekR2QUEwM2diSlBZV2ZIWnpYbHlpNGR3a24vejcrenZaRGovK25DYm9rOWhleXp3TE1IMU9NQkxaSWwvS2JCWGdEL1B3MlFRZnYzejZoSWY1Tm8wS2VFTXcrRFJQOHUxMStkVlkwT2tGYU5BSlJoOERmQlRyUVFpMlRCTTlqT1pya1FwdEEwT2JpMk1qQjVJZGpsVWMwY1BNMlErNHVjeUtBTnVWZ0UzVWc5R1ppT0g3b0padjBQSXFMY2RWenhndDVuYTFuRXFMa1VyTVo1Y2VaS1FVY3hmKzhrQithQzlPU3BvRVJiSHIxQ0MzT29Ya29VeVNNQzA2aFZXMk1tU296M3kzRVFHZTVZbGNZcVRoMDlmN2lsakRrRnJiQlBsR3lERkNFSnNKOHMzUXhBUXh6d2hCVlpvODlUTEQzOHBNOURPbGJLWHFDNHpPaFZ5dEM5M1VaL2xOdHQ5UUVKZFMyanZWeTFrTEp3M09Ib0hiWTNESGhGTzN3ZTF4QkRPRUM3aWFOWTAyQWRiV1VmNVQybkhnZitVSUd5LzNKbHNxTlZlL3plUVgwVTBhN0lDbUpYb3R3S2ZyYU50dkNXVXJ2WUNXMkF0Q200WlJLcE1kOUp4TVp6ZFpieC9YQ1BNSGtOKy9mdnk1KzNuLy9ldjk3VGNUU0p3S1ZMdHZrRVRsMFhCVW5YZ25WNVZsOFBCdG5KclUyblNrdGttcDhSSXFOQ3QyaWREdGMxanpIOTdSV3RNWnIzbllUMXBYVGwxc2ovUVRUdHB1ZS9DVEpGOWM5ZnRGRzhzaXdtS3ZFcm5LVkF0YWhrbE1aVzZqT3JHOEZrdUNHZ25pRFJQbU5ZaHJXTU5tcmZENjRmRDMwVXE4MnhUd1c5SFdWVmFrOXBLdHIrcjJ4Y0d0RGdKbmJ2WEw4UmRRU3dNRUZBQUFBQWdBanA3K1dDVHcyL2c2QUFBQU9nQUFBQklBQUFCeVpXeHpMM0JoWjJWZmNtVnNjeTU0Yld5enNhL0l6VkVvU3kwcXpzelBzMVV5MUROUVVrak5TODVQeWN4THQxVXFMVW5UdFZDeXQrUGxzZ2xLelVrc0Fhb3B6c2dzS05ZSGlnQUFVRXNEQkJRQUFBQUlBSTZlL2xoZENDcFBNQVFBQU5nN0FBQUpBQUFBZEdobGJXVXVlRzFzN1Z2TmJ0TkFFTDRqOFE2V3VjQ2gySTd6S3psVVRXZ2twQmFWSm9MejJsNG5xempleUhab3k1MEg0TXdWaVJzOEFJSzNxVVRmZ3QyMUhlZkg2N2dGRWpmZG5KeVoyZG1kbVc5blp2MWpIRjVPWE9rOTlBT0V2YmFzUFZkbENYb1d0cEUzYk11ejBEbG95b2N2SGo4eUJpTTRnUUc1a3NnditpZTlldG1XcTJUQXNlTkFLMnpMNVBJMW1NQzJmR3o3NEVLV3pnSHlUSHhCR2ZIQWRIQVh1OWhuR3ZSazFKRTNoTzZpSkpObWduMkxUWGhrV2RBTDYyMzVpZE1FVUFOeVRLa1FTczFxMlk2VFVIUkNzYXdHTk5XRVVpVVU2TlRyTlQyaE5BaWxhZ0xibnN0b0tpWFpWc08wNWlTcUdqYXJxZW9hb2RUTlJ0VnNKSlFXWFpEZXJMWG1pcHFFb3FyQXFWVmxaZEYwSmJWOXpTT1JGK2RPWGZUa3FrOU93VFNTWG1Fd1puOEVwckNIL1FrSXBUY3paSTFQUVRCdXl3ZmFxcHI1aUI1eTNYakE0R3BLWnUxakY5azg4VFFxVW1vTmdRNVo4MXZxaVBpM1pQalNXQ1dkanlkeWdqeVlLekdYZWdmUmNCVFNtWFh1aktsS01uRlJFLy9Xek1qVVpGYXVMM0l0TlpTRllPNDQxanVOYlNYZnplZDQ1dEdNUlVXclc0RkJoV1EzNk14ZElrc0Q1SkVNV0JmZzJENDROQkh4bUM4aW5xb1VFZC9uWWwrNmd2QmcrNElsSjVRYkZTTFViSVFJZFhFclJhZ2pKMFNGVURXMXFwM1V3V2JzRzEySERhY0NXMldEd0dJTmFHNUd5eGtJUStoNzdQeGRFV2ZKMjZHTEczcXh0V1AyZlhGK0FlUjN3WlJLc3YxVmZBdHVaMHZ0ZTgvK1QyTmQ0QmdsWWkxaXZTNHRZbDNxV0Jjb29QOHQxb3R0Rkw4bFpPTEhubjNrKy9pQ3lkWmtxWTgrd0FkM1hEY1Uzc01jbzR0OHk0WEZIdlM4OGtiUVJ5RnZuKy80bEFocjVUd2xsdWE1UWFYb2NacXBMWE1pdThlM0ZNUmQ1WVF2QU1CVnVmY0FNSlNjdW1OMFpxYTVIelZweis5Y2xoeGxqUDlBQVNEU1RNSVhBT0NxM0hzQUdFcE9MVEg2aElaOThaTGJqbDV5VzRYT2tzMFNjYjVOdERmcUludVVyMy9Zd2FzUEFpMjV6bmtBdFVaQUlOODVBZ0s3aHdEaDhac0tZd0F2UTJaSmtLVjJ6dVV0NjI1Uk41UTh4WGVabGRQMDZXSXhwVnJNOXNBUlRhT3kzL1k4ZmIvaXl6UjJnRFV1K0dvemYvRUxuTlU4d2lZWStyUTdrenJqWVErRnA1aG1SSEtpU0M0eVBoVmFTMWJSdDBKMGxwVXZoYTUvZmZ2OTgvdk41NDgzUHo1SlQ2Ky9mSDIyOXRsUUQzdGg5Q1hWU1pDWlBWTUJpVjZ1SzVhbG5ndUdETDlNbGoyeDA3TGZycnFydHV5bXRiZzJkVWtiQi9RNzByWnNhWFludngrV2J0SkdtaDBPR21Qa1U0aXY0WjVWOTBLZnlIV3hsNmpQc29PeVdUZEFjZ2hwQkQwWUJHek4vZkRLaGZScGRLYjFHMFpwbkJ2ZHR4OW1LUHoxUjIwczM3UUJuaUpMNnFGZ1JMMmswVVE0aVdiWnRNNW9aQ3llU3VjSjUvdXJpTXc1ZEVHSXNCZU0wRlE2QStHSUJuN0pQU3BuQlIyYVM0Ri9sUWhXZUlMOTJXU3lLRmZMYmtLTkxuQmRQQXNUT1YzbEpUWVhreVdUSTNhdWszUFhzdVNaVEFCa1J6bmVISXdaazJNUytSZGYwY3J6QjFCTEF3UVVBQUFBQ0FDT252NVlGWmVuRlFnUkFBQURFUUFBRFFBQUFIUm9kVzFpYm1GcGJDNXdibWNCQXhIODdvbFFUa2NOQ2hvS0FBQUFEVWxJUkZJQUFBRU9BQUFBS3dnQ0FBQUFCc1h4d3dBQUFBbHdTRmx6QUFBV0pRQUFGaVVCU1ZJazhBQUFFTFZKUkVGVWVKenRuSDlRRzlkMng3OUNrc0dJWFVrZzVJQ2s3S0tKRExJeHBJMU5nbXlIWUhjbXY1czBqZjNtT1hscE9tOXErMDNqSm4yVHROT1pOSG5OdURPWnlYVGk4ZXViZVhXbnJUdHBrenlZcEg2Tk0rTmtpbTJNTFZMVmpVT0MrU1ZiMmtVL01Lc0Y5Z2V5d1VLb2Y2d2tZd3hDSmdJSzBlY1A1dTdxN3Jublh2YnMzWFB1MmF0S0pCTElreWZQUWhTc3RBSjU4cXdPOHFhU0owOVc1RTBsVDU2c3lKdEtuanhaa1RlVlBIbXlRclBTQ2l3VG5aMy9DSHdYaStVZzNLZlZxb0F0alkxLzh2MUY1VmxGL0ZCTUpSYjc5dUdIL3o1WDBzNmRleVZYb3ZLc0ZuNG9wcEtHWlhVTVUwVFRFeFFWWmR2TEFJQWVBVk1HZWdLSVV0Q3hBQkFGVThiUUV6U2lGS1U3ZnR4UTFTdzBVZEdWMVR6UHlySm1UV1Z3Y0ZCT01UNCtQajdPQWdCMERHTm8relhwaGZUdVIyRDgrallmdk5BK2ltSWZ6RjZNUFFmanA5NUNPSzQ5aCtMdllQYUNlODZ1OTMwQlZFV2JxRnZDZTNwNnpwNTlSNlBScU5WcWpVYVRMaEFFb1ZhcmRUcGRTVWxKU1VuSnpFSmhZZUVLalVTZTNMRFdUR1YwZFBUS2xTdFhybHl4MiszcjFxMHJLeXVqS0lvZ2lLKy9QZzBBaUFJYjdBNHBXZHNITHdxQitCaGd0d00rd0Q0Skx4ejJtQVdGbi9vbUhmWUpNL1J3VE1LdlE5T3RXV1hUcGswSER2ejExTlRVMU5SVVBCNVBGK0x4dUdLWjBXZzBFb240L1g2bFBENCtIby9IUzBwS1RDYVRUcWN6cDlEcjlTc3dSbmtXeGRveGxjSEJ3VysvL1ZhbFV0MTMzMzE3OSs3VmFPYnVHazBQWTNkUkZTWW9SS21mRHRNQUFBb0FCWmFOQXJvOUwwZFpWZ2NNSG14R0U4QXk0azlmSHFIdWtLTlNxYlJhclZhcnpWSzlxYW1wYURSNi9mcDFqdU00anZONFBCekhUVXhNVUJSbHRWcnRkcnZWYWwxY3gvTXNEMnZCVkc3Y3VOSFoyYWxXcTdkdjMyNDBHdWVzbzFZbkN4UVZwZEplQnhXZGFRTVVCU0NxMUlGaVA2bnlMTFJhOVowbk02UFJhUFI2dlY2dnI2aW9TSis4ZWZQbXRXdlhybHk1Y3VyVUtZN2pxcXFxNnVycU5tL2VmTGZDYzhMRjdzRFE2UFNLTkwxb0trb0x0dGJhbHFjdDFXcFBsN3g2OWVxbFM1ZGNMbGRsWldXR2FnTUR2NDFFL2lzZXowR0xVMU1GalkwL1g3Lyt6cG5tZXhHTHhYdyszK1hMbDFtVzNiNTkrd01QUEtCVzM3VkJmaDgrUHgvd3ljdDAyK1VLT3hGNGNrZmVWTEpnYUdnb0dBeHUyN1p0cFJYSkpaSWtYYmh3b2Erdjc4VVhYeXd2TDEvcTVoS0pCTWR4TjIvZVBQK2RlTFZ2aEFWZDU2VEVDQXNBUENPWWFLcWNRb1FWUWVsVHVvaVJkb0duS1JQbU9PbE1WZ2JmTG9DbW5KVFllMXhBczhFRUFQcHlTdXh0RjBDclRTQkE2Y3VoSEJwTUFDaDlPY3YyTWdDdEJrT1ltdlRsRUNQdFFCT1FsQ3hHMmdWZWEwQU1waWFsWFZySFB2MXdqcDlaODdHS1YrdjcrL3N2WDc2OHh1d0VBRW1TanovKytLdXZ2dHJTMGpJME5BUkFsdVVsYWl1UlNBUUNBYVBSYUxWYVMwb0ljRzFqM1l3SWdHY0VoQVRPTC9JQUlQS01BRFoxRVlzZVA4TXh3ZHRQQ2oxdERNZUl5Y3B1Z1FNQUVhekFRZVFZbVQ4amdBSll0cnRONUR3RWY0YnRZVVd3QXVjWHdjaHBVWnhmQkt3bWdHZEZBTHlmN1hHbkpDdE5oR1NBNWR1WGFFQXlzUENzOHNMRm82R0prZVhSSm51VXU0Y2dpS3BpODcvODdwK3V0RHBMd3VuVHB3OGRPalE0T1BqMjIyKy8vdnJyUzlIRTJOaVlXcTBtU1JKSlh5WEFjeGFUR1VBb1Zmais1RUFVejJGT0NjdnBxeXpnMWo5eS91MTJ2bWQ1VkZrTWt6aXY2dDlFMk41dy9QNUtxNUo3dG0zYjF0dmJXMXhjZlAvOTl5K0YvRVFpSWN2eXZmZmVxeHh1cmJVQjZkc3VoMjgxeS9TQ3ROUmttbFgrdjl0SkNxcTQvTGNQL21XOVB0Ty81TVlOOXB0djNvL0Y3dHF2MTJycnNrLzMrcmZndVpQRFgwL0hjeGxIYWp2ZHRudlg3aHdLL0IxRDFWOXQvQU1BZ2lDb1ZLcjAyczVxaklEbGxvS0NnZzBHekRkTnpUdXJ2SER4Nktxd0V3RHM5Y2podms5YUgveDVoanFkblgrM2E5Y3ZGeUc4cy9OUTlwVS9ILzdmM3dUY2kyZ2xFelhGcmVIT0hNclRxSk1PcWlSSjZTa0Z3TkRvZE5kRnhZK0gyTXNJb0ExT0FKUWVyQmdCb0Rnd3RNRko2UlhISGUwQ1R4dWNGQ0x0QXE5NDZ0Q1hJMTJaQlNnbkRVV1VpWm5obWtNTnhKTk9mOXJMVHpyOU1ORXltTGdpT2UzMDg5Q25nZzBDejBEUkxaSU9LaVRqQWJjdXdSa0J6YWxETGJnQjBkeGNsMnlkcHB3UVFlbVJEQ3BRemxzUDJlbnB0UGQxeDdqTjk4T2Mvb21McE4wU0E1SjJnWEZMZC94TTBpNkpjU3QvQVlCMmdYRW56d01rSURGdTBDNVMrVWN4N2xuWEprdU1XMHJWU2JaQ3V3Q1FTRFU5ODZja2taZzRYMGVTL2RRc010Q1haVEl5eDNGbXN6a2VUMVoya1RRSVd5MEMzVEp1RlFDQUFlaVp5cnRJR2dBa0JpUU53dlpZcVNrNHlnT0JZeUZHR2Uxa0JSMHdCSkNNV3hrTmlYR1Q5SDZnRzZrek9pQnFxeVVDM1RMY3NPMG5sQlp0MEFVd0JPRFdhRS9GcHdHSW9uaEhya0JJNFB3dzBRQUV6aThDQmhNRVVQcHlKWnlsQmVjWHpUQ0FFbmxHTU1IUTQyYzQzTytrd1B0Rmp0TnkwVkZ6YzEyeU1tM2cyc2E0M1pRektVck4rVVZBZEVMbzhZdm1qWG91QmpORVFPRGFHRHhHY3dPc3VibXVIQUpnNEVPQUh4d05KeXR3Z0JreXo4Uk5UWG9vRVRsRkRhMGhZZ0hQaXVWVXNnK2NYelRURkZpUmcyajJnSU1JeHVBRU9EK0RqWFN5ZzZ6UTB5Wml0NWpzVjFLK0NHU1ROREh2Qzlpc3R5K1haZDhlUzhOVEJCQStlNUxZV0kxS0I4SmVTQmRSODJQWjQ2MjBJand3VXZsSVdkaUR5Z2FFejE0a05oSXlxaEVFRWJpSVJpTFVXVjN6aC8xOXI3V1NSLzVWV2Y4SUgzSDBNaW54OVBzTmV5RUhBVlFUdUNnM2JDVThKMlRyczFMTEV5Rm12L1BJRzVVV0lBUjQvcllQOVphR2F0blRMN24vUEpTK0hFMm1UV2QzL0UyR2ZwNDdkMGpKTEo0elhaS0NycDBCVFVjcDZOb0JHbEdLU2wvNHlzTVBMendkT1J5T3hzYkdpVmZ1YncxM0F2VDdEYTlWSSt5QTlCVnF5Z2c0NUxOZllTTXY0em16WmZCR1NKWTduK2p0U0Ezc1g3eFpBNFE3K29tZDFhQWVKT1QvRG45K0FwdXRJSDlNVkhybDM1eVFORTVMNDFZaXdmUjkxWUVwSzdsemF5VWdTeU9vS1VNWW9aYkQ1TjQzSVpXYXQ1UnBZbDc1N0loY3pCUFdhbmxnaE5oWUJzcEJ3QXNXY3ZDdzUwUEZXcDQwMUw5ditkSFZxMWVkVHVmTUxyZ3Z5N3lxZHNHZXpva1lnWDUyV0pzVmJ6MzE3enljY1I1VWJ0Tjd4QWowNWZNMXR3QVpvczlacnRiVHRSWXI1RENJU2k5Z0FnRFBTYm1oR2gxRVpRMWdSYml6SDV1N3d1RzlRSDg0WEUyTStPUmdQYXhBNEVRbzBFM2E5cENORHVEeG1vT3lIUFlxejFmQzVpSng2L2xLVkNybUJ5SjRVZmFjQ0ZuL29TYTR2WmNCYUFCZStUK0FCaUJnSnh1ckFRZGhCV3lZWVNyRHc4TWZmUEJCeGk1a1NwYzhhRmY3ZllWdDl1dDJuOUdIU2V3ZWZpZTFTSC81OHVYVHAzK3g0QUFWRkJSOC9QSEh4S1lSMUJRREFNTDlNa0JjZzB6MkE1RGhKNEpiQ2V1b0Jvd2M1S1hVREF6VWtwVUllMEJzTUtFU0JLQlpUOERtbExwNnlhcVRvU0JJalJXTmtBZjZvZnJuRVBZNEFRTDlZVHlGcmhORXpSdEVwZGZ5MkdOeXNCL2tJeHFOVjJZaGovaWxqVUdwRTJTZ1Y5NzRMQUZBdmhnT2JvVTdQYXNVRnhjN0hBNkNJSXhHNDh3a3ptOVpsbWVTejJubFZVZGZucTFIUHRkTk9ldE9uZS9HemJHZHBKUlpqSjFrSmt0VFlicGxQSXZnZTJHOEFmUVRsUThCL1RJZ0FVVFlpK0NKRUo2dGticGtzaCtvbG9MOUNBeWdzVjRLZ2dUa2lscEx3MVB3ZU9YZ1NSaytpZHhxQVFDRUFtN1k5cWRmREdSQTlwd2tyRThCUU1PekZzK0JQdXViVHZxSlhqZ0pBRmJBQXhsQllPdGMrbTNZc09Fbk8zNlNvUVBuem5rQXpKTXVPY2twcVpKQUZmQ0Z0OUFCQTl1VXpIblp2SG56ejM3Mml3VUg2TU1QUDl5M2I5LzFYWFd0NFU2QWFlMXJBZUFHWFBoR3FhQjA4eDBkM2hwaVhDVHRTcDA1RmpyU1RkaHFwVUMzL0kwYmNBRUE0d2FOME5CK2tqa1dBc2lBQzdiYTJCUklUVytvODVnMDVDTFJDZ0JIL2tnUklqRXVjcWNzbkRvVlZSb0s3Q2RzdlJLNjVaWnUyRGJxQWdOUm5McERZWUlnWkZtK1BkODVKUEl4QVVCNTBoL0krZDIycXNrNkJ5elVjcGl3MVNMd0hnTEhlayswV3ZiVnlpMnRBRUl0VU42Sit6NDhqcDM3MGRGSzdLc05NVUJMSzJHcmxRQmk2SmpudFdPZ1hSWmJyZHd4UU5BblpCZEM3bTRDTGdMZG9hVDRYdG5US3dVZ0JVRENGd29FQ1FDQkV4SUFwalYwQkxKdGp3V1FBdDJ3UWVvRTRFUmdjUjJlTzEyU1FvTXk2elRMN3k0cXV1bDJ1MDBtMDQvKzUvM2tvY1FrQzdkWGUwdTY3VmNBa0JqM0RMY3RWV0FBSEpObVYzQURtTXRMZEVzZE0wOGV1eVYvanNxS1c2L1Q2Y2JHeHFhbnB3c0swc3ZRRnIyeWFnN29uV3Nrd3B0RDV2VlYvdmpyWDMwUTZJZ25jcEUxdGZUc3MrNzg5NjEvbHFIQ29qOFl2cXRnOGRYbzhOdDlMVGZqc2J0dEpRTkxGeXdXUlJGQVBsaWNKbk93T05PNnludmUvL3lWL3hSN1BiSmt1dVdHQlgzNjFZdk5adU00N3VqUm93Y09ITWk1OE9ucDZYQTRuRTcrWHpPbW90WVU3S2l2SUhVNXpwcGZJTEdsUzJRUDkzMnlZQ2gyK1lsR293QjBPcDJscUN6emZMSjZ1WFRwMGpQUFBFT1NaRlZWMVdlZmZiWVVUZkE4djM3OWVwMU9oOVdaV1R3ZjlIcmYwNC9ZY3l0ekFjdXIxMU9abC9aV2tLNnVMcFZLVlZkWHQ5S0tMQlU2bmU3ZGQ5L2R0MjlmSkxKVUU3dlJhQndlSHRab05PdldyWnVlRHJDOXZ2UkNIa3hOU3RoUW4xeVIxS29SaXlkL1RTY0x6OHdPWm03TExFWTcwS1F2QnlJc3kyTkdadkZ4RnMybEppWithMFdTTm1ET3BVK0l2ZTJDaVRid1REcEptVVV6QlFhbXBuUTRlRmFxY3BLQzNIKy9zSW96aSt2cjZ4T0p4TmpZMkVvcnNsUjg4c2tuZS9ic0FiQjBxZmhxdGJxeXNsSVV4VkFvTkQ0ZVZSSjc5WURlQlBDc3pETUNEd0FDNXdjZ1ExbXRZd1VPSWhqd2pNQ3pBQ3R3QUVMaDJ6S0xXZkIrZ1dkRlFPVFBRTWtkNWdFQW5HK01TN2ZQQ2oxK2tmT0VPYjl5TEhCK2tXTVFZWVFJb09RZDkzakN5U1JsUUxuUUJQRHVZRVRKUGs3bkpwOUp5bDh5VnZmM0tnQysvUExMaW9xS0xWdTJyTFFpdWNUdjkzLzAwVWN2dlBBQ1JTMWZKR3F1RjdCNUYvS3lXZWE3ZlYxeWtXdUNDK3R6KzdjMEN2YVN3U2QzM291Y3N1cE5CVUJYVjVmWDYzM29vWWN5Zko2ZXc2OGdzK1N1UW1jSzA5UFQzZDNkNTgrZk54cU56ei8vZlBZZjd1ZUVOZVBXcTFTcTZudExIRlJwanNXdUFWTkI2dlA2OGZGeGlxSW9paklZRExNcVhMaHdhUHYybkcyWmx3MmRuWWNhRzQ4dVdHMWlZa0lRQkwvZjcvVjZHWWFwcjY5M3VWekw4UEZqbnJ0bExXeERBV0Q5K3ZXN2R1MFNSWkZsMlk2T2puZzhicmZiQ3dzTGk0dUxsUWhQZWo2WmU4czhsREVNZ0FrYVJRd0FURFRSWUpWZEtWZ2RVQVNNVUJSWVZxZnNTc0d5WlJTRGRucUVoZzRBNXRwWkx4WkxURTlQVDAxTnhXS3hXQ3ltRkthbXBpS1J5T2pvNkZpS1JDSlJVVkZ4enozMzdOaXg0NldYWGxyV1VjdHpONndSVTFIUTYvVjFkWFYxZFhXU0pJVkNJVkVVcjEyN0ZvMUdiOXk0Y2YxNmhod3dITFRyMjN3QVNyYlkxWjkrZ1VjZjFYTCs0dTk4azdBVFJsL3hHQXBoVCt5RzRkZStRb2Q5OEoyWGNlYWZ6Rjk4Qmp5dGJZRGFhQWRRVklYWk8rdjE5UFNjUFh0WTJRQkpvOUVvZjQxR1kxRlJVV2xwNmFaTm00eEdZMmxwYVZGUjBVb05WNTY3WWsyWlNocVNKSldQWU5PY08zY1d3RHc1WUVWY0ZleStTUjgwd0tURFFmcDgxN2ZZc2RzdUFFV2NIV00rd0xlT3MwOCt1bnNTL2lJV0kxVjJPR29tWWNlREtCd0FmRlZDbFgvMnpucE9wL1Bnd2JlV3NkTjVscGExYVNvWm1ETUhESWhTNytqYTJTZ05YVU96QUFDUUFUQ1lhTUJFUTdQeUFxWnJaNk5OVFFCQXZkeExONWN4bUhCQnRnRE5BREI3WnoyVlNyV00zY3F6NVB4UVRDV0xMZk9VZDZmYk5zaEwvUnFkVVNFdEoya1lWRXJVckJhMTJyeXByQ2wrS0taU1h2NTdGeTVnZVlQRmEycXBKODhhQ1JibnliUFVyT0xFbGp4NWxwTzhxZVRKa3hWNVU4bVRKeXYrRDg0eVRocG1yTExZQUFBQUFFbEZUa1N1UW1DQ1VFc0JBaFFERkFBQUFBZ0FqcDcrV0s4ZW5mZXZBUUFBT0FRQUFBd0FDUUFBQUFBQUFBQUFBTGFCQUFBQUFHUnZZM1Z0Wlc1MExuaHRiRlZVQlFBSC9kT29abEJMQVFJVUF4UUFBQUFJQUdtWi9WamJybm9KNkE4QUFEUVNBQUFJQUFrQUFBQUFBQUFBQUFDMmdka0JBQUJ0YlM1aWEybDNhVlZVQlFBSDEzaW5abEJMQVFJVUF4UUFBQUFJQUk2ZS9sajRIY2c5c1FNQUFNc0ZBQUFQQUFrQUFBQUFBQUFBQUFDMmdlY1JBQUJ0YlhCaFoyVXZjR0ZuWlM1aWFXNVZWQVVBQi8zVHFHWlFTd0VDRkFNVUFBQUFDQUNPbnY1WUFpTHU3Q1lMQUFCNlZRQUFEUUFKQUFBQUFBQUFBQUFBdG9IRkZRQUFjR0ZuWlM5d1lXZGxMbmh0YkZWVUJRQUgvZE9vWmxCTEFRSVVBeFFBQUFBSUFJNmUvbGlhcUszU01nSUFBS1VJQUFBVkFBa0FBQUFBQUFBQUFBQzJnUlloQUFCeVpXeHpMM0JoWjJWZlptOXliV0YwY3k1NGJXeFZWQVVBQi8zVHFHWlFTd0VDRkFNVUFBQUFDQUNPbnY1WUpQRGIrRG9BQUFBNkFBQUFFZ0FKQUFBQUFBQUFBQUFBdG9GN0l3QUFjbVZzY3k5d1lXZGxYM0psYkhNdWVHMXNWVlFGQUFmOTA2aG1VRXNCQWhRREZBQUFBQWdBanA3K1dGMElLazh3QkFBQTJEc0FBQWtBQ1FBQUFBQUFBQUFBQUxhQjVTTUFBSFJvWlcxbExuaHRiRlZVQlFBSC9kT29abEJMQVFJVUF4UUFBQUFJQUk2ZS9sZ1ZsNmNWQ0JFQUFBTVJBQUFOQUFrQUFBQUFBQUFBQUFDMmdUd29BQUIwYUhWdFltNWhhV3d1Y0c1blZWUUZBQWY5MDZobVVFc0ZCZ0FBQUFBSUFBZ0FKUUlBQUc4NUFBQUFBQT09IiwKCSJGaWxlTmFtZSIgOiAi5a+85Zu+MSgxKS5lbW14Igp9Cg=="/>
    </extobj>
  </extobjs>
</s:customData>
</file>

<file path=customXml/item30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3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32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33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XR1SGxuUlpxNnlyQUVBQURnRUFBQU1BQUFBWkc5amRXMWxiblF1ZUcxc2ZWUmRiNEl3RkgxZnN2OUFlRWVMZ0tEaWxtVm1ic2srVE5UdHVZR0wzQWt0cVdXYldmYmZWenJkdE9vZ0lYTFBPZmUwOXhUank0K3lzTjVBckpDem9lMjJpRzBCUzNpS2JERzA1N01iSjdJdkw4N1A0aEZQNmhLWXRKNS91YVFWdFZ6YlVzaHVqZWpLdU1aMGFIK1N3RSs3YWNkM2ZDOE1IRDl5UTZmblo5UWhmcGIxUWdvUUp0NlhyZnBiNm9vbmdsY2dKTUpxVTlIVnExcnllN3JtdGZKV0RuWjdGNXhoQ1FVeWVNRlU1aG9uaE94VHJtbFJLUEhKRnRPY3Y0OEZyNnRIV3NJUmZGU2hycmFDL2ZwVkl2RU43bGdLSHcxdXVFNFRBY0QrbGhXUzhCamhGbkNSNjFYMXVrYUhTVUZseGtYWmdPL0k5c0VIbFZDMi9wZHlMWUJLU0RmWi9NeEdKM2JJNGtMRHJoZDFqOWdnbklJM0ZpUDFhQmdkb3BJbWtlTVJ5L1g2Z2R0M3ZhUHRUZ2s2L1k0aG1OQUZyQnBtcFg0WXZXaWwyaG1CeGUyRE14U1BLWlB5cVpKcUNMdjZGeTZXSTdyVytzSDJKZ05pdXJ4eU1jTmsyZkRNM1NEN3c4ejRKUlZ5dTAwRHUwR0dxL3dFcUlYTnFkYnppU0x6TlArSXQ0UWc3SnFFT1VPNSt6VVlpZVdVTFVDdmZOODhiaC9PU2UxZUxLYzVnR3hZY1h2N0g2QmV2Z0ZRU3dNRUZBQUFBQWdBYVpuOVdOdXVlZ25vRHdBQU5CSUFBQWdBQUFCdGJTNWlhMmwzYVRXWGhYYnlETmR0Y1pjQ0xlNFJnaE1DSVlGQUNPNGxPQlNwUWdzdFVxSDZ2TDMxdjk4NDQ5ekNISHV2TmRlVkNmWjc3TXg1MXJINXVGK2ZsQ1B2VVEzaWQ1YXllY0lIUVcybVVLMzRZRlhBSDJjYnpQZmF4ZVVSaDZPa0JrZlcwZnU3OGlvZGthdkUwWDg0Rm5Tei9oR0RFNnY0UGowZlpJNk5RVmxwT3hZbVQwN2lUTUxCY1g5K2NKcE9WNTlxRXdrbEJDelBsZjVhbytGNVpXT1RPRmZaM2hGSWhrUFh5YStvZWJqUWVodWIwYmlaUW9mU1Y3aHdoU21OdmxMa1BWY1hPTUdwRlZSY05lbE9MQnNVQkUvTklzaTQzOTNRTUpEbHVsVDdoM3JZWHZETEFnbk5ZNWNvbTFPR2tSbmphcHJUMjFoSzc1aWVXa1lWSWptQ2VMYUVLR3M2aVl2MGkvSEJIMzJURkxBWkozM0FheW00NldwMTEyM0trR0VyN0xtRVlnVkFma1o4V2lSbHBhZFAxSmkra3llQlVVakwraHE2WTVXTm1EOE96U2ViMkUwTjV2NVZYMit2Zis0YnVrOW1rN1VtMWc5SG1EcmE1UUJjckJUVW1IdC9IVnROQkg1NkRYYXVMdUkxdm1Ed0IvUngwTFZUQnJMYXlEV2xRZXBVSkQ1c040K0tyWWYxaDZGaW9ZRDRVOHlBeUlhZ2xEeklENldZVGpHdlpIMzZZMnAvME1HenBjeHp2eTVmRVpRVVFmYXZXQ1NyMkRsR3ZjNzhCRVVuRjdQWXNkYUpDZlZhOTJSWHJ2QlY2a25iWDRoOWUvRVFMengrYkIrOGVqSFpYekZ2TWg4MTB2RWZLc3ViYW9qU2dxRUNnSDFIVVgyb0p3REcxWHI3V1VTMWZDS3gzaUJBeUxkY3crNE9SZDVmUCtlQlVpZUdOYmgrS3kvREZ2WjN2S0V5Tk4yeVg2K0EwUTlPd21HZjM2SjBFNFU2bDg5OHpuYnZtYUIrVEduUmlkQVNxYU1rWmliMEtOcXlzSlBkODcrSXZiVWMyM0pvaWRNNkptcHh1RUU1RFViQW8yNzFtajNrRkgyM1E0RXc4ZnQ1bFRlNkJvM3pQdnRvVjVzalBuM3N5V1d5RUJCNnRUOGhSUEZVbWlpTS9kZURONVZiYnhXNFBzODNXZDVjcWFDOG0ramhscWJBVUVoanQvL3h2KzRvZkhnZ0I5OEV4bW1ZUHcyY2pSeUQycm9yZzVCZ01CTUlKSE9IelpHalRtSlpTejgzWnBzQ3pPbHllZzFEeklta2M4ekc3U0haSFBOeDRWZVphdnZYZmFVNkZ2K1AvL0wvM2Y4Qmo2RmhObnh4MGMyZG9uZ24wWWVNQ0s5blZlcmlzY2RzN2Fpd0ZpWlR5ZjdqZk5TeUFZQ2kvVk4vMW9Ba0Z5TmRqWm4vVnpNQytVNW5NQzZ5cXlQL3NJL2lRaE52QjluMmVUYkFFb2FDVHh3eFJGN095Vy9sRGt1R1ptZXZYeWpZK2VOL0xnQTB4bGdHMzkvY3BOVGdRcDVRN1ovT2IwTWpJaDJrTEZMSFQ2bDZmek4xVUNrN0V1UCs2dDV2c0Z0TEdtczhqVEhLWnNQRFczWmhOVEZLWSt0aTVuenVvZHVxWXdCRTg4NSt5WmJtZ1JwZlRCb2hMZjNZTHVNWjBWOGZ1cWs5M0p1SmhPeGpmK0wwTzZSNHc2MFNqTnZvSlliYitYVHNURHJvdCs1Nkgxd2lKU1JsbjlWTm5qTlFLZDZXbXdTZjU3TnhhNlZsRHpualh6b0tuTko0N2VkeWFuZ1BKcnBwL0dtemFPOUVaaHFHUWhaNTNHOVpYUisyRm9sejZoa0hUR3lqVkVKRElNaGx3NmZWYks1dUF3T0J2L3pabndkRnZQYitlNTh0OTNrQmpySDhXT3RZOWFLQjVwbEY0WHBERzB0K1JhNFhxY0hVWVhkRDhmV1hBNWhzeW5XN2d0K05PeGxjRHFKQnVabFF4VVgxK1V2RlRtcXRDb1Qrc0d0NzFPNnE0U1E1Zi94L3NSZDJ6QWszTnIxeGs0aTE0NXFmZ0RKbU9QYkxTVXB6ZjVhQ0NwaEZ2d0RaRGtaNmhGcUR3QTA0VGRvYllwMXYyOFJhaDhNaThYVmhSWEYwM05MMU0xQjg4bTJmYkk4dFFENU8vdkcvTThpQjJiUTRHSHl3OGg5K2pMSWM4UEh4WWxoUkZMZ1RjZklRYWJXeEd1UUgwMFJBQWJNRnRpaUxsYVNRUE0zYU5EcHNYMEg3SVF6bnBmelZYdjFST0E0TGhYUW1yL3E0cVJ2cG1BQk5wUHkzR1EwM29CVTBIejlyc29EMFF2VHc4M1JmTkVwUGU0MWFVWitKZWUvU1MxU0doVVFsU2tUTWlJWjNncmhlQkdCYS92Y3Y1MDRZWFpkYWVhN015aFdmbEtQdlVUQkVvMmRJeXBmUHNha29HWUU4K2N0NjJaM3hodVJFN3ZwbFlrQWRjRGEzYWQ2dmhWSW9LYUE0V2RPd1VDeEdvVjRUeDFlUlJXbzZGUndybllUMHpPR01QUlpxTHdKT3AxMk14dzZWS1NRUEJFRlVITkJaNjlOdGdhZndSeGNwZlQ0c1VwNVhKczhBbUUxME9QMkZoVUUzZzVTVERnd29zb1VMZmJMalZ3azk5ZllrempxKy8yZWVxOGFaT2RQYTU1N2RtRGRPeW5senRXQmdKUzJDKytZVjJJNCtsTWJ2Rm5vYUJlKzM1SGRVNXZDaEovajgvWTRSV0RYaExJa1ArdmE0b3lSR3hyZUhtTS9FZG9sSHZITzB1RzJkNUpCQktHZFU3YTM4dHRwaDBLV1A1QjQ3K2NsRUhaRU9yWERqTC84N1RwNGk0S1NkbVRFZzQ0MjdLWlZKQysvWTlpRTVtaGNNZytWOTFXUU1HR2pJa2NzbUx1VW1ubVNla0JHOXQxcFJuVXpqa3V4U2RKY25IUG1NcURGVzFCNXppS3ZuamlMcnptZk41d0pTQUlUbkxqZWZjb0VRcVdkNlNXWlFQQThpVkVJU3p6SzFhbDZ2Z3p3QmQ3S1kvOGQ2K1pvWnFaZlVrTWdhNFNqamdaQnI5MjhYRVpkWTJQME5GQzl5NkNVYVFXZERRZ2ZBOFp2UFo0TXM1SWQwb20wTXZYQ1dURndLM1RiSDk1ak5KMG1GZzl2U2Z1WEVScnhNUDdLN1BjOVJJand3Yzh4RURON01VazZSMG9jRnlPNi9uRjhFMzc2OWxCZm1LTUYycW1YZW1XUUxkdUF4Vmo0eUNrR0NqdXFsbXQ1NlM2NHBsVTFnNGNXenRldmlWS1FFeDY2TTFNREtKdjMzZXNUdzd1WkxqeVpMR3BxU2tjSEE0QkxsZVRTMWUwTlowK2lLVmVhb054a29LQ1NqSG4rdnRRQXpsSzNWclJBWlBOa1hSejBqOHV0RFVsS0M3TURIOURkRDFKZUE4TXhJdi9rZGQwWWNnOXJHZ2FUN2RnSmZjRUtjKy9ldk40Vkc2Wlg0K0IybDdXMzNjSEVpOC9aYXRleHAxRXR5RzB2c3JtQ3hYMkNjZG13RzJxOWNlTnN4NkR4UVpyZkhGRXhHbVhKdXlkT0toU1JTQzBYcVRCZU14cDBCZjVUOXlMYTRrU2g4NXZHRi8vanZCNUJhUjN3L0g0QjZaZE80MzJMV0pMWDczS0dpN2hURVBwRmVHVSt1NGgxOFVHLzhhdzVMTmtzQ3lOakx6SDRqNjVZcTJFeENvVENuMW5rWW5tQXFqcy9LOFRqdXloUEFJWGdMU25uSllPaDFVQ2VqTmQ2d1lFSUdIQjdxQy8zeGZ5OTVsTUdZaVdNbi95dVJLaFNjT3kzeXl6Ly93UzRTSW85TU9Eakx2a0NLbnRnek5QYytqcUtRRElreER3WEtvcVI3cGZMOVhkUHF0aHhMNDFVSDUvT3g1VzVLc2JOaWhqMzAzc3NxSWlNV291MTk4RzBvdUVBblpwdXA0d2Z5M29FbkxxU05oclMwT1dwK1UzMCtxVXZVZ2M4dDl1MGY5dDBnN1lCSDNIRWxHaGxCYmlPZFFhOWVkWWgxY0xFZmxiTTVHZmo2VlAvZzBESjdVb1hhRXN1SG8wMVYxdkxjem1LZXVRWkRHa1BXM2RjQWs2ZndVTWdtV0pKM1JEenREZHQrUkJVMGt2YkRBcWFhdTdRN3VJNkhMUGs3UmhXRUY5REduVUdRSlptQ002bDNuem81V0F5TVc2ZUZtMlBVeEFXaHlsQWNNaitXN3BpMFRDYWJudnkrNG1XNlNWME51L0xlUGpIdk4xNkx6b2tqd2ZkTkhzcDFIWS8za1MweDZFY3Q0K1RCWnFIN3JmbDFvQ1A2T0NiTlRJTEhsMUVxcUFDZ3lkdXdWWERVUlZjTE5Vajg5V01xNUd5eXYrRThGNWFZbzc3MkNVTGNkdkszR3YzcHRCbTc2RXpkcnYvNWo1dDVXMTNYaGZHRFBHMHpXcWxWSlY0UkJoSTZIOTN6TmJhcnBBUGptMVZ4UGM2K1g1Y0Zob0NrVjBmYjdMODA5MG1RVHUvMjZNSTB1cTVKUnA2Q21qb2RKNGM1ZnllYzVPTndwTlZwamtNT2N1SVlLc2VvejZpNzhBVVhSTE1DYWFGMGRWRmZ4WXErRkkvTHVtNitCSUJjQkhySG5pakNwMFVXbWhUUVVpK0Y1ZjVMck5SV2g1R0o2akxFV2NhNExFL2U5S3p3UXU0MjJXZVpQM01qSnV0WUVoOElpSmpYSlhlWjBwYnFGMU9OaU5SR201SEVydDZkdVNvQXVwRVlwWXRMQ0xhWk5RRUp0UkdHYllHb2tpZ3RIWFhNN2lCcnZVM3QvaW1rRitCZUhYLyttb2lVUTNYZTRuT3g0S0hSRGxvTjhpQnVXeTA3bmwzY0syeTBXdEFkTEJoYzRhS3FEN1dSelNzTWZSM3FRek9ta2ROVVFXQkdiM2VYM2hCaXd1bklFanVXdXNvNE1XU25LWkNlcHpVekpaeS9PYjY1NjNaZmorZmt2ZTVmUGpLWnZMdkhpS081MytNY0NnRTYzZFFvLzdmdGZuMnEwaExuUDlWRGJ2eGpKQSs4eG00VmxVVlZJa1IyY3A3U0xtTlhOMzZhNmZjc0VUbjlqR3ltUHJQdUd0VmNkQS9CWWcvYlpZMEZNd0UyU0QrNGJsZmVQVzRwQU9ySnJuMllHeUU2V1hoaUN4TGtlWnNRUlNXd3YzN0hrb2hZNThwY0c3aEtaTmR2MzhRSDljS0orM1ZYMzFvRFZuM2FvWkhuYjdadkgrS2VSRUk2dVFDMjdFMldja2ErMHRDNE9qeThDU2VhSG5oSTQrTk50LzFNbkFBV0JIWTZvcTM2NnRrcTFhWGdtYjJJTXFQaU5Cb1BvZkdUQWV3S1ZPdjVId0oyUXo2TUdBQXFIZkg1L0VqV3VnN1FuSElyZ3FqbGF4bDlLUFpoYkpqNWFiZUxLd0pyTU5QdzMrZXR1SFk3TnJrcjkrMUdmcTg5MXZVVndWRjJ1NDVKM0ZyM0tiYyszbDVxWldUc25NYlE4eDBUY09KR0lsUEEzcmxSOVBWNllvb2tBb0M5QjcyaWhaSkx6cmU1MXp6d0FManFpUU5yR2JrbTZVSlpJZ2llMFZxMnRNL0thckIvS0RlZG5TclBsMDFkZ0pQdzhjTGdNRTRUdXF2UDdtN3VqK2lMUU94MHFyVks2Q3VTR0h6SVVVMVdHRGZiN0RtZmM3RWxMdkgveXZLZ2ZldzdSUXR3V21TWFZBNnRMNUlFVFptUkZJeU0wSzgrbDlGRG0zWUlqYmsxbzlab3FjMTh3RElSWlh5NytiMjZzV0NJUUphdmx6bUQ5L3RiSGQvRTRWS0lUejBXS0RSUDZ6aHo1dlVvUXVTeVBXSDBES2VqeUV5dXdwZkNvYjlQaTdyVlVYeVVRbzJaUkFBTTVITHJOd0E0NCtCbWdUVkIva1RlQTVGRVVBZFNNc2hMbEpxL1hKRllSTHNsOFRUekgvRWlKemN4bmNDLzdPbnF1OGRmT1JTVWZiSFJabitCK0didVF2d0huYlhMY0hjQ0h0VWRsWk1qY2lPUDNGckRwQzdPcjhNZFErVzAyczBRY3VxazdudCtTNmtEWjMvNWY2b3d6cUhkK3B4TG1RQVJLeDA5eC9FWXpxb2g5RHczK2lZMUpVQ1d1UDE5RVZidHlPWHFvdjdLc2VuL2wvK3YvMy8vbXY3Mjc2L0pWZWNTZXFkVnZ5ckVsQzY5MTZDbUI2N0cwK29RbGpvTW9ZaU1IVDR2dnlSV2VlaWlPUWRQVHRObnpLWTlob1RqdjZiOS9YbkFlci9Xc0hFY0lHTCtkc3VzVG9Sc1FhalpheWJ3aVozdlQvY2RFUUQ3cVJ4blhvK1FINGtITk9wbHo4OTE2RnpRbmR5bVFHQnQrMjI4WXZKblBLc1NkcERTdTU5S0VoZDFWSXFVUXRRK1BEWkVBVklqaFVJOHdVd2J1eTFKK2ROVFdTTTRyRzJpdG1TSnlOQTJydDRYZ2p6VkRXUHhueEltc2RYdkpJK1JVeFFJSUhHTDg4LzUwNHdaTmZ0Z0hwMHZzVGJDMTNhSmVjVDdzemZaeXFySU5DK2txYzEzVGtkWDBNMXBRMU5pRktkUml1bTRoM1dCRG96UHJKKy9aWkUxRHRoTndMRGNRQ2J5U3ErS2tYRk83TVNvTllSYzI0ZDlLaGhybUxVb3M2UFNJSDRHS0hObjg5U3grRllpNVFBRitBSlBtZlFtY1YyNE01eDQraFp2VTJmM1ZSMWN4VCt3ME1HeGdBTk44Y0MwUmdESlJ3Sm9LdXQ5NytWZUZWM08rRkMvbVhKZmxvcjMvTVVKWXVXcGd2cUptRTlqOTdzME1adk1pWGpLeWNtbklPN3VBNlg1cmY1UTNERmtyVzVYM2pDcythTmVURWdGRlJTQnVKdWgzbHdZQytEM1p6TDZ6LzlaTmhDaVUwbi95U2kzVEkzY1BPM2YvWjk4TEJzQ0dxQ0kxbXl1TVpnMTllKzlTeUZUbUFCcFc2UjhlOXlNdEdxSWNCR2daS2c0eUdkYVZtS2ZmSVhUc2diVjE2M2RWV0Rxd05KcHlrYTZxcDJxQlVsNlpNQXBWL0UzU2xlUkNPSldoaUZRRVFoRHN6QlpyZVFpQWpBVUFQMklrbEhDUjNvditqOVFTd01FRkFBQUFBZ0FpMjRlV2VIUlovTWtBZ0FBK0FNQUFBOEFBQUJ0YlhCaFoyVXZjR0ZuWlM1aWFXNlZrcjlyRTJFY2g3L2ZONWVZa0hnS0tTSVlvVUlHSFRxNEZ3cDZGWDlBUFVWRmFSMEVrMHJhT0tUYU5LbTFTWnBjY2trMVJScWxKUnJVUWdKaWNrT2lKVklIQjNjSHdkRWg3NXNMT1BnSE9QZ21QYkcyTjhUbGVPR0I1L1B5dklldHowb2V5YUVCMjBqblphUHovTlhRU1RpVkJZRFRLc0FkaVg5Z05NTlBaNGZQRFovSEMvS1k3YUlzeTVma3k2TzNRN2ZDY0FXdjRYVzhnZU1Ld01aRUd1REUzUU00U2J5Q0pRSjJud3ZkVmtuOTlQVXdWeHdmQjV3eUE5L3VBUWE3SUFwMlB3ZE9TZjN4WllJRDdRemdqQm1ReHdERFp1RG5WY0NJQVFJN3dmY0Z3SGt6RUVzQitzZ1JnVHl3TElDVjdJdWhmZEh4RUd5SWNTUUpGSkFzQ3ZyN0d1L1NMdGVZVm1lYnFmYUt3b3BOdWxacE5adThEcmljSXZFSDNOWUIyekd2eCt2NW13elFUendDSWttaUpZVmRleHp0YVhRb3VOT2ZSbUZicmRjVW1ubERzeVY5YWF2cnRmc2NreTRVTGRPaFdiZVR5d2ZGUVZGU2xaeGtGQWowSitlM3B4K1RlamxKTTAvK2tVOXhPWm1MN25GcmNjQnBjbFRBdUVCVXRHVC95SE83NVRrVWFQVUZlL1p1Ky81MHVVbExKZlk2eGhxNTNvVGZFWFNSL2FRM0lBcWlJS21Wb1JBZk9EZ0NHT3AzWUdPZEZwdHNyZGFKSldoejFmRE83UEVHalNpemZYcFpRV09QcW5wVm8xdUYxdVpqbXEvcFpZVXVQelVHd3FZWFg3a0pPUGRmWlZneDFpNjkzZmtFdllHQUkySmVKZ29ZN1hPZ3M1NXZyelk2NlR4TlZIaDlmbWpIRzZ6K1FkZVdXS0Z1ek16dm12bVZ1TjhOeFgvUjMxQkxBd1FVQUFBQUNBQ0xiaDVaNDEzaWMyTUlBQUJUU1FBQURRQUFBSEJoWjJVdmNHRm5aUzU0Yld6dFhGdHYxRVlVZnUrdnNNeHp2SjZ4UGZhS2JDcXlJUzBTcWRKdWdOQTNkK01rRnJ2cjFhNERwRThVS0VVdExXMEZyZHJTb3RKS0lGVWxlWUFXQmNHdllUZkp2K2hjN1BYZDNvdXphVlVuQW8xblBHZk9uRG5mZDg2TUIyYmZ2dHBzY0plTlR0ZTBXaFVlQ0NMUEdhMjZ0V2EyTmlyOHVaWEZHWTEvZTI1MldkOHd1RE1MRlY0U3lROFE4V3NyMjIyandwTVdubnRQYitMeTRhL1BEMzkrTkFONDdrUExhbUpwUFBmK2xsbS90S1IzTDFWNGtXZHlsanRXdXpzM2U4RmNzemU1OHhVZWlyTEdsK1ptM3pYTWpVMmIxQUJaRmtsTmRaVStpVkRtdVhrcWJwbUlJUzBYU1lzS1Jkb0F2WVphdldNMUdyU2ZLQ0FGQWFSNTFSZFp0VUpxU2o1Vnp1cmIxcGFOTmFpMTlUcWVPSGxOb3VMT1Iycll1K1FaVWNGRzNiWTZweHJtUm92cVNrVzc4aGJOUm1QUjZqUjFHOWN1ZDh5V1hUUHNyVGEzYU5xMlZkczBESnRPNmwydmVONHJ6dXYxU3hzZGE2dTFSaCtwdWZCVUFaNHlzeFIrS0tzOGQ2NWw0bUt6eVhObmpYVjdTZTlzbUdRaHlRSlpiZi9qQjZTVHYyTGV3bW8wZlRWWXk1Vk5vOGxXV2laZGRMUDFrWFdGMkpZN3ZiNk81MHFMYkxWUHIzWDBLN3pUcFdvMXJBNjEwa0FLNjBEcVpFLzBpbkUxWEZYYjFOdUdWMWVpbGRpeXRKcG9Ba1RKOWJhbHBhclZhbEdiazVFN2VxdTdqZzNzOHlZeDZFcCtQd0pRRXFRRVYwSmxXWkNBRkhhbmttOElxaEJienJCYkJ4YjZyTmx5WG1QbEN3TmxxRzArSUV2cXVoVHZ2Ri9WMitTWnRybDFSS2d6N1pyVk1OZndPTXpLbnNHcHJpdllyNGczRWdFbjF0ZGxoZnppdFRQVzhUTUdLM05KUjZCYmRQUXIrU2FGUnpVdUc0MEYzZGJ4WkxmYVJvZWh6L0ZwciswZHcyb2Fkc2MwdW9QeU5sZHRXRjFqalpsanlicHNyRmh6czlUc0VBbWlTaFFLbXAxYUhlTDFRQ2hxZFZkQWRhdmprMVF1eHl3ZmxUTURGUUZwcWhJV2RJcTVsVkRXUUVTQmVkb1JBRUdUSlJUdVdLVStnUVMxckVSR1hFZ2JzVFJRdWVTYXhpdFNpMUdMMSt6dGhqRWdqSGtESTNEWjVsWmRzcnZJdUEwM25XNnRPUTBRUWp3aWJVTklFeENrTk9ZREJMZllNSzVhVkhLRng0cXRiR0lmYlJuZHJxc2FIVGtJTFBYSWdZV1hIcXV0RmNDYUtyQm04a0xXdU1BYUYxZkhDU3RWQllLazVnR3JjaTZ3a3NxS0FMV0VlS1ZJVk5jamhSWDRUOElLVGdhckdRZ0VGSXNGZ0pjamFuRzNNMUhURXdMRWtZUzRuWU93VE5Sa0psWUtCU1hHandvVFlsMWNwMnBpcDRYa1RoUERVVktsbUdEbW9WSUdTTkNjZGtrVFFIcXdBMkFvV0JLcU9tcFlPcE1wWUprN0xCTVJGZGtESmdTNVJEUkZCR1FBS2ZKK0JvYWlDazRUUHRtNTRyRHdtVUpVMHlRaEx2b1g4RGs2K0NRdy9JZ1lHaWNnalJPUGpqOGM0Vnc1bjNBRXdaSGpTVVdTVU1BcERrN29xSkpFTlRiK2o1Z2t4Z3NaTlVtTWxaS1ZKTVoyeWtvUzQvWE5FWlcrclZrc0tsVUY1WVhLZk00YVUxR3BsZ3RJNWcvSjVBaVhqc2toNFRRT21zWUIwL0ZqU1VNNVpZeWlGK0YwczNWbXpkQVRnQVNKU2lpSUpoeTZKUHpqdzlRbzM0RkdCbFFtQXNnWEUrYjVvcWl2S3pJZHhldWZlVHc1Tk5SaUJ4b0tWK1RqU29LQllZaXJKQkMycnFRSTVRVEN3aThEZ05RMEc1T2g1eHRXL1JKSFNrd2h6OHd4azNUbnlIN29XSnQ2UjYvYm1BN09yTkpOMDZMZU5CdmJGYjczK3VuQnE1M0RuejQ5ZlBrTno5WE1qNGtIWWxWZForUTVSK2dKVDlneWxyWFIwZHVicmpENmlhN0NZdytxdFlrRmlaM1pOeWhxdEhhYlcyWXZWbGVaem5iYkxSNzh2WFA0ODZQOXh6djkzV2Y5RjUvdWYzMnIvMkN2OThPVE4zdDdzeVc3alEzUkpuOHhRYVdCSlFaVkFicjdpRDQ1L254eVZOWURZZGJEUzRPUXN6UUtXeHIyZlROamF4eElSS0JVRmxDWkhSYWpJWVFrSkNJTXhKNEhnWUVJdjViUVA4QXBkdWFyQ2tBTERnK2hwQ2taTys3NEFkazJRUmFBNmhDc0VoYnBrV2xvQXFsbWNQbkkwd1I0TTRqVmhLb3U0KzJDZ3BnbWFsaVRhdWIwRjFLRzl1WVJXTTEwbDBpU0ZiK21ZbXdvVEYvT1ZOdlBwK2hRalIxeElkT0tTZXM1SWpaT3hRNC9uem1sYXVZYk9aMENVU081ZHd2T05NbjlCYXM3aVBaZWZLYjVoZmN1dFRpTjV2UkxmemQ0VDBBTDNoT1F3L2NFdE1nOUFTY2dPWHJFaFgzb0QvdFl1bGxQaVB0QUFjR3dKRHRMNW9VbFdOWUVrUHRwSzhpTy9XNTRxcnVwN1hDeEhvWnpiL240OHV6a2ZBQ0g4NkRob1J3eXZLb0lDVmFIMkxNMUtmV3F4S2pad0dEV2tqdHJTU1Mvb1ZtUGxpSEljUm1DSXpjbFF3QmpaQWdzTnpqWXVkVzcvVWZ2ODRjSE4xNk5uaGdFUHd1dldMNGFtcVlGVXdmdEpBQXkvcU5ObGo3RTgvdVFhUU5CYjF5MFQwNFlodW91UjZJTFNCWVNQNEVjUkNSUFlvUWQySkJrN1dmMmRMWkdBYlpXdzJTTndtU3RabkkxbWhKWHU3dk9ncXNMcmo1V3JzYTd1ZDdybXdlUGIvWnVmM3NFWEsxR3VCcUtKd0VjN2ZOTndkTUZUNGQ0V25ONUd2dFdLazFEVlhESXdjOFlQcGFXTlZGUVFVSkc3VnkyR0oybEZTQU56OVBrYUdzRW5nYi9UbG9XbzRabStSZ3pOTjdsSW5lWEd6RTBBSUtjYXVaL0JTMkxSMDNHdmFlLzlMLy9pNlhQdlR0N3ZZY1ArNzlkNnovL1lnSktoaEZLTGg4bjl6cHduSVIvVTBRNEorSmpjdWRrdlNkbFhycFE5SW40OWFBbWJ5NVdBMVFNUTFTc2hwa1laakV4eVZXR1ltSk5IYVJwU1V5TVVwaDQ3TE9OL3gwVHEyS01vZjFNTEJkTW5NM0V2Ly9ZZTdEWC8ySG44TnIxM3Q2OVBBa1lLTWRJd0M0S0p5RGdOQkVGQVUrZmdLZVVDanNYdlFvQ0xsTGhhUkJ3Ly81dS84dW5CMDkzZTYvdXYzbnhWZS91enNIalc3MDczK1hLeEVVcVhEQnhma3dNeGFrd3NYdTVyMkRpZ29tbmR5alJmM0J0LytHZi90UGlDWmdZaFprWWp2YVBQd3NtTHBnNGxZbmhzRXlzeUlKejd5K0ppY3V5SUViK1VhL0R4TTdWMElLSnM1bFlVcU9HOWpPeGlvUnlFRUVGRTRlWitQREh1L3Yzbmg5K2RyZDMvVWwvOXhrdTdIL3l2UC9zNWNIdWpmNzlaN255c1hTY2ZPeUFjcUtQZE1raUNqNmVEaC9ULzFKbzdxMS9BRkJMQXdRVUFBQUFDQUNMYmg1WmtnVGs2OUlCQUFBa0JnQUFGUUFBQUhKbGJITXZjR0ZuWlY5bWIzSnRZWFJ6TG5odGJLV1UzVXJETUJUSDd3WGZJV1RYdXZSamJvUFVvWlBDUUZDMitYRmJ0blFMcHUzWXFqanZmUUN2ZlFkOUFORzNFZHhiZU5MMU15eGpZbnJUSFBMNzU1eC9Ua0k3ajRGQUQyeSs0RkhvWU9PUVlNVENVVFRtNGNUQlYwUDNvSVU3eC90NzFJM21nUmZESDRKQnU1R0k1b3QwVmtSUTd4WTBMQU9qYXdmWGZCZ2pRZ2l1NnhZZUZRdDlmOHRDRXhZT3B5eGdTUXdDWmM3MzlSdllWYzZFS1E5akIxdVpnRVhraDFHZitURGZscXpSMW1qbFJkZ04rZTJpWlZwS1BTVFRJTVR6RzNZTzBuckZhZXB5SWR3Z3JqZ3ZZNmtzeUF5WE0rYmdRU1Q0R0tNRTdwMnRzNjlySUZzTFFab2F5REsxRUp5K0RtcnFvYU5TeVVxUjlKeUhUQzFheGxMVkZrWTNqRSttY2RJWEVsNG5yOWhmSXF5Q2dEcjYwWDI0Ym5kN0o5eHNGTGhWSm13dFlWWlNMRFlFWEs3cWVqTUhKOUhkRWpBcUNmeFpqdFlWUjJsMzZzMVZoMlVzOVF2YWFzQ2Y0TnpnQ3JoZXdNWFN3ZDlmYnorZjc2dlg1OVhIaTlMbkJkak9RTm5nRzBtVTNvQmFlaEYxU28xY0NRNXBFQzhGVzUvMlB6VE5acTdaMmwxVGVYSGdnbGE5bzZjaUd0MnBaaWJCZEZ0cHlreWVnTFFGZkRrUmZDS2YzbXFlWmFLMW1TZy9FK3F1OU5LYnNJdFpESzk2V1ZWR2tld0hpOGhoa0hKWFZCQzRodG1ML3d0UVN3TUVGQUFBQUFnQWkyNGVXU1R3Mi9nNkFBQUFPZ0FBQUJJQUFBQnlaV3h6TDNCaFoyVmZjbVZzY3k1NGJXeXpzYS9JelZFb1N5MHF6c3pQczFVeTFETlFVa2pOUzg1UHljeEx0MVVxTFVuVHRWQ3l0K1Bsc2dsS3pVa3NBYW9wenNnc0tOWUhpZ0FBVUVzREJCUUFBQUFJQUl0dUhsbDJ2MDRlTEFRQUFOZzdBQUFKQUFBQWRHaGxiV1V1ZUcxczdWdk5idE5BRUw0ajhRNld1Y0NoMlBsUEpJZXFEWTJFMUtLU1JIQmUyK3RrRmNjYjJRNXR1Zk1BbkxraWNZTUhRUEEybGVoYnNMdTI0L3g0SFRjbGpaT3NUOG44N2M3TXR6TzcvdEdPcjBlMjlCRzZIc0pPVXk2OFZHVUpPZ1kya2ROdnloUGZPcXJMeDYrZVB0RjZBemlDSHZrbGtTdjRKM1VBY25SODFaU0owbHN3Z2szNXpIVEJsU3k5ZWQyVXk0UjRabG5ROENrL1ZJeVZXOWpHYnFoMTR2U2hIV2lWWmlXWk5CUHNHbXpBRThPQWpsOXR5cytzT29BRklJZVVBcUZVWUwxc1dSR2xSaWhsSFppbUdsRXFoRkxWYTJXOUZsR0tWTXRvbUxGV2cxb3UxU3VOcVZhSlVBeWpCdlVwcFV3bzBLcFdLNldJVWljVVZRVldwVHlkajBxSE40MmFic2pLck90SzdQdFNSSUpnSlFaeU1TWVhZQnhJTHpBWXN6c0FZOWpHN2dqNDByc0pNb1lYd0JzMjVhUENvcG1wUmh2WmRxalF1eG1UMGJ2WVJpWlBQTTZLOUo3R0s3eGtLZmFOQUVtZGMzeE9WNG5INDRtY0l3ZW1Ta3lsUGtEVUgvaDBKaVh1aUxGSk1uQldGeC9xWnVCcU5DbzNGcW1lYXNwTU12T1U2OGZPYlRFOXpCMDhjV2pGb3FMbExjQ2dLRXNkYUUzWmhJa2NVdmFxQWh6ekU5NE1PQW9pNHlGZlpEdzJLVEsrejgwKzV3M2hVUGNGODBISUd5cEVxcG1HU1BXNlhoNVdxa3NsV0xPS3NMRVVoTEFScW5xaGJFWjlzSjdySGxCZmpaWkw0UHZRZGRpUnV5ak9rdmRERnpmMVltbUg3RjBKZmdia3Q4Q1lTckwxbFgwSmJtTko3ZCtlL2IvbU9zTXhTdVJhNUhwWld1UTYxN25PMEVBM2x1dlpiVlFqWGZ6TU1VOWNGMTlKWGZRSjBuTTZVNm9jVnZmWEZON0RISzJGWE1PRzJSNzB2SEVHMEVVK2I1MC85dEVCVm5iaWxManQyMFNjT2xaY1VhenpYTWgyK0phQ3VLc2M4UVVBdUNiM0hnQ2FrdEozdE5PSnJ1OW9UOG9MeXJaeGV5TjNLR1A4QXdXQUtETVJYd0NBYTNMdkFhQXBLYjFFNnhJYWRzVkxidHQ2eVkzRTF5UUdhdFhGdFRLUElsRTljcmQvMk1hWlZxQWxKVGlIMFdzRUJGS0NJeUNRQXdnUUhuOVRvZlhndGM4bTdDV1puWEo1MDFvdjY1cVNadmpobzNJMmZjbWJDREdaYlUxbTgrQlEyYldsU09jK3Y4emlLVENHR1Y5dDVrOStock5ZUjlnQWZaZnV6cVFMVEF1bEtrdW53MzRiK2RIZmhFK0Zsb3BWOEswUUhTWDhVdWoyejQrL3YzL2VmZjE4OSt1TDlQejIyL2NYM00rRzJ0anhneStwenIzRTZoa0xTRzBiOUZudHByVGxrUUo2OE9DdWtQeDIxYnJXa2pldHk5YlVUTlk0b04rd3RXeWVjcGJHVG5tNnJqV3kyZUdnTVVRK2hmZ1M3bGwzei9TSlhBczdrZmtrUHlpYjdRWkkxU0FiUVFkNkh2T2w2OS9Za1BjUWVwVldnVlBJNzYrbUtmejVCOXRZdm1zOVBFWUdxWGVqd1BUTUtGSWJlUU1hTGM0ODV6Ump4VFRoOUhobGtlbEFHL2dJTzk0QWphVkw0QTlvNHVmQ3c1dnVLYTJsd0wySkJJczh3ZTVrTkpxVnF5VGY5ZEphd0xieHhJL2tTaXF2c05tWVRKa2NzWmVEdkRMRzRWem1JcE1JZ09Rc2g0dURNVU55U0NML3dsKzA4L3dEVUVzREJCUUFBQUFJQUl0dUhsbm96bVdnT2h3QUFHQWNBQUFOQUFBQWRHaDFiV0p1WVdsc0xuQnVaMldaZHpRY1g5akhaN0hJNnFJVG5laTk5eDY5UkFsUkkzcFBDS0l1Z21naHlxNGFMWG9uaUw2STNpSjZXNFRvdlpmZzNmemU4LzcxZnM2Wk8zUE8zT2ZPdlhlKzk5em5PeE9scS8wTUQwSUZBUUFBVDAxVjZUa0FnUEJSMXhyWWFLZ1NuLzgrRFhWNjVLRnE0Z2tBWkN6L0RwRGFjK1lqQUtBaFZsT1NOL0ROM004SzlpS3hUVC9zeU1Jb1ZjandVbFNNL0tyV2pJUlIxSVkrVlFsRmp5VlJOaWRlKzh5RW0zUytzL1dMS243bHdBUWJTWTNWcG4zUU5yN21NV3dSNWZ1aXMrNVloQ2xmY21ndmdsTHFCOFo4Z3kzaU01QkVtdkNqMTY4c0xFdnphWU8zejk1WGRkV2IrM0UxM0FUTER4aG9rNXNlYjV2TGtINjdKWVZmL0pDYkZadUJ0T1pDVk9FUkViMnFQOHpkUVVKQ2JyaENodU0vS1VqVFN4MGNZaUZhaGtKQ0tzcGQ1MlJ5YTdDVkpCM3Y0cDNOR2ROb0M0cU5TdHNoRWJOdFBWUXRNeHlEODlNVXp1Vm01UE96dHlzSXdkZGk2dFJRUjFUc0NPcWVjNnRGRWxlWWhBa2p4d3FKdHAwdFpKUzIyay9MamMyalFJeW90aE1vSms1KzZ3OUFGMXgvWDBObmNQcGhIQkRUY2liaWIySHZQS0c0TzBLcUUyTXhzcEo5UXpDQmFPc1dBamNOMG5CVm9GVHMwZUExd2pDNndvUTB6am0rSzRTRmtZMThCYUJjUVRTMytsWGg5Z05BRlBoNFlWL21NMkpYUkp5R2RVY0lMczVWU3dwOXJnbmtBZEZaa1F1T0hzMEFHNkZpajZkeGtRdDdQdUdqMGtFN3VuQkdZdWluakovcGh1T3BoQ1RLdWNsQmwwcys1RHhtM3oxV0ZmejkvUjk0T0kyeERERzZubStGWUNNR2djOXhBa1VBMFNjMEViQlFqL3hySTNBT2hLajdBNGZVQ2hpQnBXWVNyWCtHVG1TQkMrSXFLTWRRU1d4MlpjVFdBNVJKbUtTS2ZQb3hWVGxxNHNaSUhZMlVYLzkxZEhRVTl6c3I3clQ2Zm52UUVueVNsSDBrSmVzOFhRNjZKWldYbThJdm5JblFKU05HM1BvQ1A0ZXdveFRrNkJua2RaV0lQU1NOcmVNQmlIdGs5NnNURUUva1owNzRvUGowL2xSTFNhZWFQTFl1emtMb3FSOFBOalJmeGVOb2tHdlZZSlpFVzdkWDJVU29MSTkvdEwrV0JqOFN6bTBxOGlPb2JjSDJLN1B4ZlJCZ2thUVlRWTlSY1lIZHlob1p3M0lCOENJNGR6dXh5cUdrZnJ5SFlRdS9GUktlL1hERGFpMDgxYlZwVk1NRWpyeWpzRmFFWDVVcFBMd2V6Rk5PQUtXeEpad0xBT0lPamQyN0ltaWRaUjA4V1dRODRpVWVnVmR1aW5jaDB4ZVZ1OXo5Q1Y5SDFZY0hUTmtYSDY1eS9CVnpkZlgxSi9LVVkzam1nbFlReXpxbEE3OVJjbW45bFM5VUpoQ0ZDcXM4dkJyS2dBZStid05UaGl3RjN3eURjVXU1KytMcExOc0RydjhzVUc1VTFyU05wR0tqRk1kUFUyQ1NvdmFqQVg3dmRscnJVOVZJa20rOThEVGUvWDdLbldmTzkrWnNPMDNRdnZEclZ6UHl6NnhVSXhYWlNwb2JiMlpZekhpY25qM3J1MXdPRHE3YmVmUU5sTnJyT3o0NW1aeVNJanlKalBvRW9qWTFuaUhOTFJuRWcxNG1xMTFRWjJLVEZwMk5WblhSckl6VTZCVFdRc0tNT1k1cjNGMWh0VW1kSitEeWxvcEw0MUVhdVl5QzBoQVExQ0M0aWFLVDNUUnQyYklkc0FBK0dpKzR4QXQ5UUFaelhRaVlIczVtS1p5d0lGMDRGa2JJTnJGQ1BrNUoxWDV3ZFhYVkw5VGtwNHBURkU3ZG9xaDJYc0YyTEgzTFpHV1hKVXc0azd0RFdyZGZJdkpiOVBDSWN4SE55QTE5bUNzQTF4WGRSNkFGTXZJbkwvUXhPejVmZmNVcW5qakVsVS9TRTYzbjNtWmRpTHo3ZTBIblZuRy9YT1VPYUsxNHlQZU93a3J2QlNpT0Q3NHZRai9GMjJEWGlxUkNHc0RybU9xbFQyZkx1U3MwNVhPWDNUN0ZzbG5wNit0YldDQ0xxNTRkdnFNd1YyS3dZZy8xL3ZTT2lReHA3VUVjTEI0Ykw1YW1DVmk1L0thVTVNSm55OEdrVjhJSXgxb1V3QmtNWlZzaFFVclV1cXlGYjVScGtqVzN0RVNtV28rMzdDUmVYaWY2VEtaSjZ3NzhCYkx6MEJCcVlYV2Racy83Z09IZGx0b1gyYnJLUkorVzdIUksxWUd2bU5mWElJYjZ4cGpBaDhTYUFqdWp0ZmpBMG91KzBRcUY3N1ZubW05eUpYZ2JLOFN3YmwrYThEeHRaU2RYZGVVRnJCNlJrK1ExOUc0OVVUdloyTENybXh1dTNXT3JtdHkxazZmWGd6RTZiREpacEJVSTdPWnhZUVR6MDRFU0h2bEtBUWFBQlFaWW0wRnBYOXJZanIzSVEyblZGM3hTUC9IWXdlalAvT25kNWJLLzFKZU4vL0RjSEsxdmJQVHgva2RwYWJxRU9lWGV4NC9Tc21iK1hFMzBIVm9TZHNpYWhRMFgyd1NjTWpaU3lUcHBYZEE3V3QxcTdkOGdHVm16Rmh4VjViV281RnFqbkJSNWhnUmlDMXMxbFlNbVBQYWNpZ0c0OTZFOTBBUHBialVBQjNtNk9uOEhCcDVyMTZVNmY5VVZLY2N4eGtvcUtTdmJSWVNnMXd3NU9qaGNiZXNFenk4dVNnMGJFdUM2Z0l6Snc3V3NvY25QSExZQzVSbDA1VUJwS2JiVGcreEFVdHJjd2lSa0dtOWFqZlJ6dFlHUkw4Q1RyeW0zeFBVZFczYVFMbERxcDhHZmx6OG5KazU3eUMxcFpJUCtYaDJ2YVdscDJkV0pNLzFEa2ZCRGNuS3k0MFFoQ3l1cmRvYkkvdFJKSjliaVFmTzZDdkJ1TDZKb1hxa3VWS1RCTndqREZjWjlPNG1YRXUxSlY1ZEx5RkkxMjQvREh4K2V5ejZTRXM1bGI3VGVRQ2hLSndhT0p3QTNSVHdSN2xleU5IYWpCdXo2M0RSQXFjT1pvUGhOSXhXME1KcnBKdDY1MTJxalhBWlhuWmhXVVZGUm5DOHFZd01iWGxZWWxVM1pDT0NkNHRDSTZTNDl6QTJ5ZjlCbmk0WFdUbFYrWDFKUk4yRmtTMENIUG9LT2tLRVpvMEhSYmNnQVpsZ29LSVNjRUVOWkJkclA2cWJMOG9WUHlERE4rT1hMbHp2L2dkS1pwNmZuaTRxWGhrWkdJcDRidy9MVXUxN05uZjREajl5ZGJQdGZSOWQxdVpqT2FGTDlLc3VaZGJLemxmbXpPbThNcFBMdW02ZTBOWStld1FNUWNMTUZSSTV3YTcxQmJzdXZMT3prTUVjekNtUjYxNlFDdDhWbVkwUEI1QTNsczZ5NU9qNnpoUFMvTjFFWGd3RnRsOHllMjJyY3F4VUY2b2JoNDVLeUFuK2x4ZDJSclJFUkVTd2FzTmdUMGVOQnJnTEN2WGJqUmlPWnJsTy9SbW9vT0hPTU13TUR4Q1BlZityUll1L2JSUCswVG9RYXB6aEg3WmxhSDJOYW5HUHkzclRwdGJNbzVvU0JiWjdZKzVOMTkrRGJoYVNuT2p3V3JiNm5HeU9YaTU0Nlpvc1Uwb3BCUVFuVFgzL3FZNjZMTEl3UXJUZEs3aHJuZnV0RTJyRXZwT3laekJyaEd2Y0lCb09BdTRpaTBHOE00Y2szNWRCQWMzK1RMRWVDYW5Zc1EyRk51MHE2cDRJSHlFaERuVUJuOG81NnhVUGtpTXZMVFVYekM1aFJ2WlU1eHRPcFliTXBUd1Z1YUtqQktTeDZmWGh4Z3loN2FhSlFLME1tc0hsc3M4NllLNytKaHZPd3psTGliZlNSRkJRYk1FWUg5b3lBbGRmcFZuRm1pMEVZVTFuMDN4clAxOGEySjRwODl1Zi9IUHRPVjVxM09FMXhoSFh5RGFKbkx4aWY3Y3d2NnhTN3JQVjRQdHlmdm1nODNINllSeW56dUkrdXlyakd1dmppOFJOMGtZYnFTazZGT280MU5UYVMrU2JQemRYdXlKbEtjMU1qSSs4RjEwWno5NmhLb2pkdjNueElxTE1mRzgyUzlQbUorWDhoMW51bHhNcG50empxUHQvc2FRclNNbi9zL25iVHNIcEgwZlVaQUpUeTllQkQ1OU9tN2t2dlpzd1BXMDlIajJRT2RGRzdEVTFaN0V6NmtETExCeHFaQURFbXB0YzdreVh3eHV5dEY5c3pVRTc5bE1vRE9xZS93ZGNqNGo2QlIyWHVrMGNFMHVTc3F1VUR2WlBmUDZScHZ2MXlmTkdoc1ltamY2QWQyN0hscGt2eUowNFVLWVphWFhWak1pMit4Ny81czFtZThnWmZac3Y0N3hVbHlkWmVmY3BzVFlHN1d6WjdiVCtqQy93V2NIMHkxRmFiUWQ4MDdoQ1ljdUF3dG5DRzhMVGMrNFQyR1NkTSsyR1plR3VOTWt2N2NtZFo2a0xJaExJcUJ2M29mTVlTRG9kVDQwWnNaZ2NIOWNaU3ZwaDd3S3UxWUxIOC9sQWpmNG5jMlRWc1A0Q3MwNzBmV0xqV3NtK1VlTHVia2E3YUNGbnB5QTY2ZlBoRjRBeHZwU2k4SjdjTXFLbXVQaHA0bWgwYkg5OXhjeDkrUzBmbk5EV0pGOUpweFpjeGtoMThmMjN1ZzdjdDVidkVTbzZMd2FET2dBMHFjM2tqQnlMVW9IcUZ0YXRDYURWT2ZZSG1zemNGTWZhUVFUcTlUYTVSaXBVdXo4K0phbnZQeXF4eXcxbjRFUC9UaXh3YkZHNjl1ZXFCMERZV3BWdHA5ZHMxakVURWxuTVVkWTBNUFp4MUtHeEs4aXExVkozWWlPSmxMZTNBUDhPdXNVUTI3NS81VGpRL3BmWGJ5dDNsSG1jT1hmc09nOEYwWks1dERoYWJKb3AwNGxFOVBXTlF3S3V2MTdRckJGbC83UGZqQktweklHQ2NYMy9DdTQ2SnlzZ3R6bGc5VnNYQWdNMDArQWo0UWQ4SEFzcUpPTzEzWEJXaDdPcDdnU3dGRUlZamllZjBxZ2ttTzlWeVIrWjNmMCt3UzA5ZXNQVFRjZHdlQkNobDZMVi93SkdXem5XWU9SWldrMjBLdmo2SDJmNzZESU9Kdk83RlZTL2hHb0xidW93UDZlSkFEQmpaUEdyb294ZlN1T2E2YWlqUTBLWWcrZDNPakcvcEw1NzNjSnFhWVJPbm8rVjFGVVJLMDN2NEFjRHUyMjU4S0FIaUZVZ3RJY2o5WXJHQWpGN2s2SldjZ3BLSWVDWW1pY1pmMzlhUGxBY0Z4aWlKVG1VM2VudHhwbi9CL1lSdi9yMTZaNnlqbmJRUVZFVUNzNjJycTROem1kUzZ6TldTY2hyaDlzOFNyMklEdW13SkZJUEt2dnd1WVl4RTJBb3VpMkMxZzVqV1pDMFpiWkN3Ukc1b0tEYVI3M2xiU3prQUZrT1ViV0prazVLN3hIU0RRNWtCWWhEQkV6RW96bXdQWVUzWHJrZ2N4Wms0WTNmSm9QdG9VOGZXMVUxQXZNZ0JWZUxwT0U1UnQyV0gvMmhnRzdpcFJoZURRZFZNaGVRVy9QNkNGb0t0em05c1lzZE80dEZwTGRQZnVlNmRZYU50WW8ySGpTRkN2TDR2ZzRRWU14azVZOVNPLzdFQysyTk1BKzV4Y2cxaXhZeGN6eis2SklJdCtZMnhTRGhKOElFcWhHdGlybG1iT2VWYlRNMTk4ZXo3MVlnTHVxNFhnZEVaMlNiNlNXTkxIV0ZSR1cvYndHbXRpeGlDVm9vdlUrWWJIbUpqMzdaelh1dU43UXk2d3NFK3l4Skt6VlBORFErdHlPY09tbHlLemVjZGw0R2xYZzk4NjI5Z20zazFodTdjVXlscXpodG9MSndYeVlCOWhzVXQvZjVjNHRkT2ZNZTVkbHBxbjBJUVlxN1FTV2M2dmF0ZFd2aGNtZURxWm1HcE1maDh2akJlWGVSeVFYRElVMitvcURrL2ttZjU5aXhQV25JQ3VCcjFOdDdBRjl1ZUsvdzFMRGpMYW1RalRDYjk4N2pZdmllOVNkWU5Ia3hDMno1NGswK3djWDdRcGhxNy9reWFreXlRVHpjMlY4OHY2S3J0Y0t6TWpwZW1hYnRpVUN0aDBVSFY4SG9yUTErYVlqcmJmYTc5Mit2OTFYSmhGdUJsd3k3VnhMK2dsVnV2MDdTOEVjRDY4czN6OCtlYi9zK0NwRFlJeWZiWjk5bEdwSkxhWllkZVhPc05iUEExYXBWLzUzb2Z3c0w1Q0hzWjFXbVZTZksyeFdOSDIxKzlkekZrNUlYblBHcmNaalZGbDErZmFkVDFSSmYzSnJiQnBBdTRDMGpWU0F1ZS9GZXFMckhLbUNaaXJPL1BMUnZnVFZZdDM3clBXZmVFM2RsdkZWdnNTRjMrM3FrSGJpNHRXRldHMHNieFpQM3p4dVBuZGVKSy8vV2VlcFpZK1p2NWsyMFJ0UVZmQ2ptTjgxKzlUTXJ2U2NkSmkwdDQ1MmxvclR3QXE1SFZLV2ZyYktjZGpZd053MlJtVVBGSDFxa1pzMFdUN01CL2swMmdtOXI0TkIzTHk2RHFjR1ZqYk9IS1NzT3gwRDNxS2JlN0ZaZEYzQ0VoNGp3NEs4T3c1akhBNFkxbW4vRlNWTExSdmdMNThTWVBTNEwyM095TEtyTWpxbkVnUUF0SWFQUjhSd3VOVVZKUEZ5UjNuQnRBYkgwcnVJdlVKUmxmWGZzaDVPYUFlV25ZM0J4TXdkQStkRmw2a0w5VDkyUktJOUFUdjZxWWJYdTJzcXlLZDNqaHNia1hIZUJsd0Z0UjlXeklld241YXhCL2NoSnU1QTBraUVwcWNFcDZOSlFZK0p4TmFOejQzenJvbGRjOERjQS95b29UOW15LzlEWU91dDN5MXBsZVBzaHUzRWhNbmVwNkh3L2pMV1ZUVTNobFlldElQQ3FTVXVtK2ZZY0R3SHJDNVY0aHY5ekJLM05YR2taMloydzAxSkR4UzJTai90K0MzLzFLWEJkQ25PU0VVeDg4bzRET2UrWTZweDZYOXNhTnJaUW1Vc2dLeTR1YXBmWW03ZzNla2RFN2pyeENhYTlOR1NXL0ZmLzZTMFZaUityOE1rNmVFOU5FdUZUcWh5WVQwaTk3WG9qbnRkWmpDRXlOV2cxMTNidGFBa0RHb1Z6RlNIblpQR2dycEsxSzVxZHg0SVUxcFJQVk1xY2tsWDVQWWpUKzhFanBiTnIwTGJscTNIWjNqOFZQVmEvTVhXcE81S1UxcktDd0lNaHQzZ0Yrb1JVVjA4RWM4WHlOOWJXSDRiaThhR0JwMEU5ejhuRzl0ck90SnRmZlg3WjJrTUZ3NlM3ZTM5dnZVU3ZLUGtOOUJxU2xKZlBOeFhJWjdadExNQ0tTWlM0bHNvNUxPQzd3azFhZi8yNTZRUGg3ZjZrNUdvL2wrODkrN2JIVGduRlRLVThBNkZkeFQ4bjJnMU5tMkI0NWZNK3gvTkI1bzZ6OFFRL2RPYURONy80c0x5Nzh5UlF2M1YyamV2bGN5a2pjUnNCRTBWYjkrTXpJU0VKU0QwNmlvTXF5aGxiZzRkRTI0dzJtRlhweGxTTUl5clFxem1KUzdDSjFkakcrTCt4SWZXbktKenZ3TmdvczlyYlF4akdKNENOZXdjNGx2aXNONUpTampqckd5ei9HR3AxdkNaazNMSGl5MEo3NjY4M0N4aDg4UHZLd2dXbTlOaTkzdmNQcWlobm5Vc3ZEZ0VQczlaSHpxZjdTbzFnRjB3M0xnYkdDTjB3QzY3aXpZeE5rd1JmN2M2cVgxY2NYYXM3NE1aNU9OMjFIUVdOaUtFVktBZS9IcHdCb2E3UkNEcWJ2N1ZhWjhiY2lrbTFVNjFtdUhFczBtQjViZndyckl6ZWxiMnJydHZhRE50dnpiLzd3QVRUaStvbVBwTnJZQ0xnWGxsWDgySGRtRGdQUERiei9ySExockRqdnJEUkU4WXV5THozT2VJd09qWFl3Y2duZHhTYWtQcG1xOHFGRjh5aEVaekZ4M21od0NRWThFeHI0bTZtZ1ZRS3MrenZDZ0ZOQVlKMjMvMjJzNlZYYmNOdm1SVlhsUjFiWERnZVg5L3czR0lWc3JudERCa0p1MkJFQnBnL3ZYaUNNTGdrMnNlSlpOeHFpU0ZuVWFyYm5HZHh6VENQWm0zM1pIN0kzbVQvWi9zbnZqZXZ5MEdqNUluYTg0VzlKMS93T0p2RXBydVROb3c1Vnk0dlJwYVEvZCttOUdQeG0zOWVIZ2s4dEgzdTlMSndtVXYwWUU4eCt1N3JMSGQ3N1FUQ1QxWGlXOG5BenhjRXpwenVCUXZiOExqeURhMitxOHZGMDZ0L1kxb2I3QjkrTHU5Smp5L3BMWi9qajVUaEwrcjdqT3ZLSVlVakplSjlXUW9UMU9yajdnZHR6YXZIclhQejBDNHVQRnc1QkdyR29Sejk2Yy95UWZIODZocHk5RGJnN0haTytYSng2bXZPOUtXM3JodVBGajFrMDBXZC9vcVdFSkErSFV0eWxKRGJiVVVNSjdMSWRjSFZuT1hzMFRHTCtsL2NYUFBEYXNrSFdjMnhIZERsZ3drR28wckxqL2w4T2hzeHoxT1RLSDBHM2UyWC90Mk94NDk4WUNPNzlBblNHaWxENXlQSTlZZE03WW4zbXJkLzJtbE5qT3FOczZxWi9WL2I4YnpiRGk3UXlMb1lzNzA5V09zT3FXay9VNWVVN0grdElmVTRWdS9qbWsrdStSWjNDdTUxMldyR2ZKQnBvc01NbGtxZDkzWmRvU1dtWFdITytjcDV1UXprNVFLd0hJdWRVd1BqZkwxWVl2c2FERFh6OUdGTFZyaWtmaDFUVWlnODFJVllZaG15NHhBWUpWdUwyWHYwUU5weW96MlJlMFJ2NDZuRWZvQ2liR29zUFY4QUFDMml3NzEwZ0RDMnVVZ3FHTTVJYzV1Vk9SQk1DSE9aWWJuOXVlNkZzMC9Eb2FHVnhzZS9Kd05PWW1CaGxQWnFNeTVOUjA0ZlRPZHREbmRlc3QyeU4rbHF6MTlQaFE1eTQ4VlRoWVVTTWJPU0VPWEFRZnZsUUdia05BQlRSSjRHZ21vUmI0bm1oK2lzQ29WQUZodVEzNnJGYXVIT1pYRFhkdTRhQU1yMUx5dGRvMktrWWdZTDErMFNLcXBqUE9ZUnBCY25nM3RWeHdRdWxjb210UkdLMzFCKzVqMGN5eFQwNU9Ebk5lVjRZR2s3UjNSOUY5dEVGUy9IeUhxcVRGdGEzT1ovc1BvSTZEb2V2SnQxYzM5MjdkOXlKa0VEWW8zOU5URHlPVThHQ01kYUd2dE5WcHVjS3AvMElsT01TenJGZHN2SUwrQ0pzR0hINXROUFlDMk9UYWtYWTJpTENpMFVlNVhBUmtlNVlMVmdCSVRqUmJMOS9SQXAyMUFXNk13R0cySG9WRndram5YbWlCYk5pT1FXWHRLSmVFa3ZScEp3d0h2T2JQdG43NC9vWkMwR3FPQUxadjBlQmwwdndCQStjdS82c3JLd2luV3h0ZFhWMWJlM1IvbjRyQ3BXaWlaNmVuaWRTVjRmb0w5bERFVWF1cjF5b0Fmd2NMbWJFd1ZvYnF5aFFETTZEbE1wWkl3S2RsUm5ac0kwOUFMU0VPQ1ZjTks0K2tLNHZQdXJObGczczQvL1Z0REUzWUxES2dnTFR1K0hNN0dpdlNuSVF3dmh3YjV3N1hndHFpZ2gyRGc1VVhodUpUeXQxZGRCeTJINjlrVEVFNXlWWDV1ZmszQzNNMW5kRDRlZzRNRHBLMjZBZGdkd1hlRTdNRlN3TFZBMHdLQktHR3ZsaldDUjE5eEJMdG1KRHJHd2hKTGNNWTdOaFZrMUFJMjQvZmVhWHRWQTVqRm85Mk92WEhPRGFBVzcwMUx2T2trb3N1c21CbzVUdTMzSS8zZUtTNFJrMCtJVFZ5YkZCTEwwSkR1ZUdyQWtPUWpmL3pMK1lCMkxmZXhubG8vNDVTZTEvak9vcWwwV1dWLzJ5ZTl1SUdoY0ZuU05pK2kvOU1CSG5DdEkxWC95T2gxZk1FekZ2cW1UNlpvcVNHWUJ5OTdsbmo4SDI3VnhMY01sVXZRVTlCaTlVRmJmdUF2NDRSYit4Zkc0SlJxQTgzMk5pNGdnTzgrREhOaTdqNVlNWWVSUGJCeWl6SllseVhHbjJYeHdkL25HMWRCaDB1V3Y1SUNFc0xDejlqOERSVEhHVW1mdEVHcXFwcVVtelUvTkgyaEVad3FlZDZuTkZ3WVg3WW45d0VlNVhTYnp4eEdIQktXSVI4d3BQOG9JZnpNdjJ3L0dDUnBHVVFvY1Q4dGJ3Ryt2TXphdHNBcHJYL1RnTWZyOStpM1VtS0FoWlIrZnpCTFpHdjlGSW5FUWl2NkJBWmZVR0dSbmllT0c5WWwxOHcyMlhTUC9EdGtzMDdIQUZ5OEJ6dy9MV0k1UjZGNUZJNU5RVWFaUlNSQ1VmTGhCM2E5ZEpqUHltWGlIZDZVdFlHY0NGeUxMR29SbzJkQjJ4VmxRWjRNZUVYZUI5UE1LWnozeHF6RS8zeFR6V2k1R3lCS0I0cG53amc2akRTV3R5Y2g4eHlHeVU5ZGFXc0NQVVlEbElIbGtqSUMyaU1CS3Q3aEZmMVNvQjVuR0FraXFLUmo1ajd2NTdTRGNRMnJuUyt2NDBZdnp4NGc5SE5pRlcvTERPaEl4LytBOWNIQndjY0xNb2hwdEhpSEpuc3NoWExJbmk0SFNuVlF5d3RIQS9aS2IvOVhQK0xpRGNuVGJmY0FrR3UvYVdKdFU1N3U0Rnl2aDZsMEFoeFEwR3ZlaFRGanZ5eWhDSTNzTFBGeGErOUs4NWVxV3J1L2dBdFVRcFdoMjc0RWY3R1VSYWhxdzR4OGZIaXRkM2J6bVpRTFE1VnJrdkZ3WjljeXJWOTI5cTM1RTlKK1VCTy9DNXoyRnhHZUM4L1hzQlBxN3ZTOFNCZEQvWHF1M3JvNjl2bzhlUysvQ1ZGZjVYNC90Sk9QMVN5cStGN1NuU3RYYU1qSkdOYzcrTTlQU0lFME5XUTl6WkkxeFNoc0tTUVR6UW1pTVlvU29uLzZvT21zd2RWQy9WMGRhQWIrUlpMV1paZ3BxajB6c2FSbVFTcFRFRmpNcEtvMGVHVHNDVHBLVFg5MGQyN1JwRk5aL1Nya0QxQWU2eUhYcWgyRTVoL0F2K0F3cWpzdnFtSm5FU0NKN0VuWENKTlNMQ25pMWJYVDlsSUo2MnhJbTF5L3JUNzNLMUtsZlZ6eThwMTlIa1dGZGswbjY3Z01tNlRPQ2hrei9SaXNIWE1xczJGN0RwaGphZEdsT240WDVYVG0yOUJxTWI4eFpCSjlOdTAxY2NaYStNL3R6cy83YnNLNlB3a2FXa3BPeUxwOHZtZjQzSjBOM1QrdjJKQ0lRVXlzd3ZZcnFGM3hXa1Jxa1dPbEpJM05uWHZlNFJRZ2l0M2JxRldDZGtWa2NGU2RLQlZyd3pmR1ZXenJza3FvK2Z5R2NlY3I3RW9NT0t3WUVVeXljYTZPR2U4RFdYS0tpNWR6S0JQUFJnMkpBS0FRUVo4VjVZdkNCV25oYVpEcVBib3ZVaSt2Vk9XWldFaEFRdVp2ZHdtcUFKTEM3bUg1SytSM1EzRmRFTHJ1aDRvUElrTmhHMkQxVHljbzdsOHpBZDZBQ1lFTEFLb2M5azE4NXdRbWVhRXVoM2FiSDhBU2RKR0U3azVwb1B6UFNYVzJ0d1Uvck5EdkRSQnltWUVNS2VxeVFhWkZTWXhwL0dZSnZ4cVk0bWFHSGtZaGI5UUV6YmhZR1VhazlsQjJVbkRXcnRESVY2MHhiY082UXBjREhSUW5wN2UwZEhSNy84UjBnSU54U1N5dDRsTWhqS1JxOWVEaUh2QXdtVTA2eWdnVFVBN0JVWEJtcmNSQXlTWXBFOHJ0VTUzaEtGSDN5NUVBSXJxelZKQ1N2UVo1TlAralpLdnZoSVkxOFdFa1lNM3laUkVqa1NlWDR3OXB3U1RCZVdTQmd5RVBPNUlycVFJK25qcEVsVWxsUFhPZ0g2cnNIamlDcHFOeUdxT0pXMS9jWmxaTWNmUkFnb2hEczVWeGNVbm9CMFVnaGtvOUY4WmhQR0RJSmlRSE15QVJLUkRLcTZKMjVZR251Zzd5WkkvTWh1THl6SzJWUWk4eWdEdEhyMjBDY1drWHFzT1psam83dExibTNrbUVXQ05vcTFFNFd6L2UrUitOOERvWGdrK1Z6QlJTV0R6TDhIN084dm5WTWUzWHdPSmFyaUxha2pabkxxa29YOWRScVc5Z2pOUmdlTXZHdm9vMU1JQUtoTG9pMVpaaGNvYjNhWkJNcDRWSE1WQUFiR2JsdmRZbkRrYVlsYW5saTRCNit4RjJrenI5b3Z6NzdtRjNCcm84ZDRYLzFOZEUrNTV1VGVtc2U2SHZOZlRYTzNaNHpoWUYyUUxqeHFJb0EwVHEzcks4U0ZrbmJreGZqM0w1cWxDTmdxSmNlZWNoMEhGVlcrZ3NacFFTNC94Ly83eDliemdOV0ZsVUJTSWVYMkRrQ2hwcXl0VktsZ0Zmby9VRXNCQWhRREZBQUFBQWdBaTI0ZVdkRm1ycktzQVFBQU9BUUFBQXdBQ1FBQUFBQUFBQUFBQUxhQkFBQUFBR1J2WTNWdFpXNTBMbmh0YkZWVUJRQUhGMTdSWmxCTEFRSVVBeFFBQUFBSUFHbVovVmpicm5vSjZBOEFBRFFTQUFBSUFBa0FBQUFBQUFBQUFBQzJnZFlCQUFCdGJTNWlhMmwzYVZWVUJRQUgxM2luWmxCTEFRSVVBeFFBQUFBSUFJdHVIbG5oMFdmekpBSUFBUGdEQUFBUEFBa0FBQUFBQUFBQUFBQzJnZVFSQUFCdGJYQmhaMlV2Y0dGblpTNWlhVzVWVkFVQUJ4ZGUwV1pRU3dFQ0ZBTVVBQUFBQ0FDTGJoNVo0MTNpYzJNSUFBQlRTUUFBRFFBSkFBQUFBQUFBQUFBQXRvRTFGQUFBY0dGblpTOXdZV2RsTG5odGJGVlVCUUFIRjE3UlpsQkxBUUlVQXhRQUFBQUlBSXR1SGxtU0JPVHIwZ0VBQUNRR0FBQVZBQWtBQUFBQUFBQUFBQUMyZ2NNY0FBQnlaV3h6TDNCaFoyVmZabTl5YldGMGN5NTRiV3hWVkFVQUJ4ZGUwV1pRU3dFQ0ZBTVVBQUFBQ0FDTGJoNVpKUERiK0RvQUFBQTZBQUFBRWdBSkFBQUFBQUFBQUFBQXRvSElIZ0FBY21Wc2N5OXdZV2RsWDNKbGJITXVlRzFzVlZRRkFBY1hYdEZtVUVzQkFoUURGQUFBQUFnQWkyNGVXWGEvVGg0c0JBQUEyRHNBQUFrQUNRQUFBQUFBQUFBQUFMYUJNaDhBQUhSb1pXMWxMbmh0YkZWVUJRQUhGMTdSWmxCTEFRSVVBeFFBQUFBSUFJdHVIbG5vem1XZ09od0FBR0FjQUFBTkFBa0FBQUFBQUFBQUFBQzJnWVVqQUFCMGFIVnRZbTVoYVd3dWNHNW5WVlFGQUFjWFh0Rm1VRXNGQmdBQUFBQUlBQWdBSlFJQUFPby9BQUFBQUE9PSIsCgkiRmlsZU5hbWUiIDogIuWvvOWbvjEoMikuZW1teCIKfQo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</extobjs>
</s:customData>
</file>

<file path=customXml/item34.xml><?xml version="1.0" encoding="utf-8"?>
<s:customData xmlns="http://www.wps.cn/officeDocument/2013/wpsCustomData" xmlns:s="http://www.wps.cn/officeDocument/2013/wpsCustomData">
  <extobjs>
    <extobj name="1BCC2C28-871D-48CB-8BE0-2867F7803ADB-2">
      <extobjdata type="1BCC2C28-871D-48CB-8BE0-2867F7803ADB" data="ewoJIkZpbGVDb250ZW50IiA6ICJVRXNEQkJRQUFBQUlBSXR1SGxuUlpxNnlyQUVBQURnRUFBQU1BQUFBWkc5amRXMWxiblF1ZUcxc2ZWUmRiNEl3RkgxZnN2OUFlRWVMZ0tEaWxtVm1ic2srVE5UdHVZR0wzQWt0cVdXYldmYmZWenJkdE9vZ0lYTFBPZmUwOXhUank0K3lzTjVBckpDem9lMjJpRzBCUzNpS2JERzA1N01iSjdJdkw4N1A0aEZQNmhLWXRKNS91YVFWdFZ6YlVzaHVqZWpLdU1aMGFIK1N3RSs3YWNkM2ZDOE1IRDl5UTZmblo5UWhmcGIxUWdvUUp0NlhyZnBiNm9vbmdsY2dKTUpxVTlIVnExcnllN3JtdGZKV0RuWjdGNXhoQ1FVeWVNRlU1aG9uaE94VHJtbFJLUEhKRnRPY3Y0OEZyNnRIV3NJUmZGU2hycmFDL2ZwVkl2RU43bGdLSHcxdXVFNFRBY0QrbGhXUzhCamhGbkNSNjFYMXVrYUhTVUZseGtYWmdPL0k5c0VIbFZDMi9wZHlMWUJLU0RmWi9NeEdKM2JJNGtMRHJoZDFqOWdnbklJM0ZpUDFhQmdkb3BJbWtlTVJ5L1g2Z2R0M3ZhUHRUZ2s2L1k0aG1OQUZyQnBtcFg0WXZXaWwyaG1CeGUyRE14U1BLWlB5cVpKcUNMdjZGeTZXSTdyVytzSDJKZ05pdXJ4eU1jTmsyZkRNM1NEN3c4ejRKUlZ5dTAwRHUwR0dxL3dFcUlYTnFkYnppU0x6TlArSXQ0UWc3SnFFT1VPNSt6VVlpZVdVTFVDdmZOODhiaC9PU2UxZUxLYzVnR3hZY1h2N0g2QmV2Z0ZRU3dNRUZBQUFBQWdBYVpuOVdOdXVlZ25vRHdBQU5CSUFBQWdBQUFCdGJTNWlhMmwzYVRXWGhYYnlETmR0Y1pjQ0xlNFJnaE1DSVlGQUNPNGxPQlNwUWdzdFVxSDZ2TDMxdjk4NDQ5ekNISHV2TmRlVkNmWjc3TXg1MXJINXVGK2ZsQ1B2VVEzaWQ1YXllY0lIUVcybVVLMzRZRlhBSDJjYnpQZmF4ZVVSaDZPa0JrZlcwZnU3OGlvZGthdkUwWDg0Rm5Tei9oR0RFNnY0UGowZlpJNk5RVmxwT3hZbVQwN2lUTUxCY1g5K2NKcE9WNTlxRXdrbEJDelBsZjVhbytGNVpXT1RPRmZaM2hGSWhrUFh5YStvZWJqUWVodWIwYmlaUW9mU1Y3aHdoU21OdmxMa1BWY1hPTUdwRlZSY05lbE9MQnNVQkUvTklzaTQzOTNRTUpEbHVsVDdoM3JZWHZETEFnbk5ZNWNvbTFPR2tSbmphcHJUMjFoSzc1aWVXa1lWSWptQ2VMYUVLR3M2aVl2MGkvSEJIMzJURkxBWkozM0FheW00NldwMTEyM0trR0VyN0xtRVlnVkFma1o4V2lSbHBhZFAxSmkra3llQlVVakwraHE2WTVXTm1EOE96U2ViMkUwTjV2NVZYMit2Zis0YnVrOW1rN1VtMWc5SG1EcmE1UUJjckJUVW1IdC9IVnROQkg1NkRYYXVMdUkxdm1Ed0IvUngwTFZUQnJMYXlEV2xRZXBVSkQ1c040K0tyWWYxaDZGaW9ZRDRVOHlBeUlhZ2xEeklENldZVGpHdlpIMzZZMnAvME1HenBjeHp2eTVmRVpRVVFmYXZXQ1NyMkRsR3ZjNzhCRVVuRjdQWXNkYUpDZlZhOTJSWHJ2QlY2a25iWDRoOWUvRVFMengrYkIrOGVqSFpYekZ2TWg4MTB2RWZLc3ViYW9qU2dxRUNnSDFIVVgyb0p3REcxWHI3V1VTMWZDS3gzaUJBeUxkY3crNE9SZDVmUCtlQlVpZUdOYmgrS3kvREZ2WjN2S0V5Tk4yeVg2K0EwUTlPd21HZjM2SjBFNFU2bDg5OHpuYnZtYUIrVEduUmlkQVNxYU1rWmliMEtOcXlzSlBkODcrSXZiVWMyM0pvaWRNNkptcHh1RUU1RFViQW8yNzFtajNrRkgyM1E0RXc4ZnQ1bFRlNkJvM3pQdnRvVjVzalBuM3N5V1d5RUJCNnRUOGhSUEZVbWlpTS9kZURONVZiYnhXNFBzODNXZDVjcWFDOG0ramhscWJBVUVoanQvL3h2KzRvZkhnZ0I5OEV4bW1ZUHcyY2pSeUQycm9yZzVCZ01CTUlKSE9IelpHalRtSlpTejgzWnBzQ3pPbHllZzFEeklta2M4ekc3U0haSFBOeDRWZVphdnZYZmFVNkZ2K1AvL0wvM2Y4Qmo2RmhObnh4MGMyZG9uZ24wWWVNQ0s5blZlcmlzY2RzN2Fpd0ZpWlR5ZjdqZk5TeUFZQ2kvVk4vMW9Ba0Z5TmRqWm4vVnpNQytVNW5NQzZ5cXlQL3NJL2lRaE52QjluMmVUYkFFb2FDVHh3eFJGN095Vy9sRGt1R1ptZXZYeWpZK2VOL0xnQTB4bGdHMzkvY3BOVGdRcDVRN1ovT2IwTWpJaDJrTEZMSFQ2bDZmek4xVUNrN0V1UCs2dDV2c0Z0TEdtczhqVEhLWnNQRFczWmhOVEZLWSt0aTVuenVvZHVxWXdCRTg4NSt5WmJtZ1JwZlRCb2hMZjNZTHVNWjBWOGZ1cWs5M0p1SmhPeGpmK0wwTzZSNHc2MFNqTnZvSlliYitYVHNURHJvdCs1Nkgxd2lKU1JsbjlWTm5qTlFLZDZXbXdTZjU3TnhhNlZsRHpualh6b0tuTko0N2VkeWFuZ1BKcnBwL0dtemFPOUVaaHFHUWhaNTNHOVpYUisyRm9sejZoa0hUR3lqVkVKRElNaGx3NmZWYks1dUF3T0J2L3pabndkRnZQYitlNTh0OTNrQmpySDhXT3RZOWFLQjVwbEY0WHBERzB0K1JhNFhxY0hVWVhkRDhmV1hBNWhzeW5XN2d0K05PeGxjRHFKQnVabFF4VVgxK1V2RlRtcXRDb1Qrc0d0NzFPNnE0U1E1Zi94L3NSZDJ6QWszTnIxeGs0aTE0NXFmZ0RKbU9QYkxTVXB6ZjVhQ0NwaEZ2d0RaRGtaNmhGcUR3QTA0VGRvYllwMXYyOFJhaDhNaThYVmhSWEYwM05MMU0xQjg4bTJmYkk4dFFENU8vdkcvTThpQjJiUTRHSHl3OGg5K2pMSWM4UEh4WWxoUkZMZ1RjZklRYWJXeEd1UUgwMFJBQWJNRnRpaUxsYVNRUE0zYU5EcHNYMEg3SVF6bnBmelZYdjFST0E0TGhYUW1yL3E0cVJ2cG1BQk5wUHkzR1EwM29CVTBIejlyc29EMFF2VHc4M1JmTkVwUGU0MWFVWitKZWUvU1MxU0doVVFsU2tUTWlJWjNncmhlQkdCYS92Y3Y1MDRZWFpkYWVhN015aFdmbEtQdlVUQkVvMmRJeXBmUHNha29HWUU4K2N0NjJaM3hodVJFN3ZwbFlrQWRjRGEzYWQ2dmhWSW9LYUE0V2RPd1VDeEdvVjRUeDFlUlJXbzZGUndybllUMHpPR01QUlpxTHdKT3AxMk14dzZWS1NRUEJFRlVITkJaNjlOdGdhZndSeGNwZlQ0c1VwNVhKczhBbUUxME9QMkZoVUUzZzVTVERnd29zb1VMZmJMalZ3azk5ZllrempxKy8yZWVxOGFaT2RQYTU1N2RtRGRPeW5senRXQmdKUzJDKytZVjJJNCtsTWJ2Rm5vYUJlKzM1SGRVNXZDaEovajgvWTRSV0RYaExJa1ArdmE0b3lSR3hyZUhtTS9FZG9sSHZITzB1RzJkNUpCQktHZFU3YTM4dHRwaDBLV1A1QjQ3K2NsRUhaRU9yWERqTC84N1RwNGk0S1NkbVRFZzQ0MjdLWlZKQysvWTlpRTVtaGNNZytWOTFXUU1HR2pJa2NzbUx1VW1ubVNla0JHOXQxcFJuVXpqa3V4U2RKY25IUG1NcURGVzFCNXppS3ZuamlMcnptZk41d0pTQUlUbkxqZWZjb0VRcVdkNlNXWlFQQThpVkVJU3p6SzFhbDZ2Z3p3QmQ3S1kvOGQ2K1pvWnFaZlVrTWdhNFNqamdaQnI5MjhYRVpkWTJQME5GQzl5NkNVYVFXZERRZ2ZBOFp2UFo0TXM1SWQwb20wTXZYQ1dURndLM1RiSDk1ak5KMG1GZzl2U2Z1WEVScnhNUDdLN1BjOVJJand3Yzh4RURON01VazZSMG9jRnlPNi9uRjhFMzc2OWxCZm1LTUYycW1YZW1XUUxkdUF4Vmo0eUNrR0NqdXFsbXQ1NlM2NHBsVTFnNGNXenRldmlWS1FFeDY2TTFNREtKdjMzZXNUdzd1WkxqeVpMR3BxU2tjSEE0QkxsZVRTMWUwTlowK2lLVmVhb054a29LQ1NqSG4rdnRRQXpsSzNWclJBWlBOa1hSejBqOHV0RFVsS0M3TURIOURkRDFKZUE4TXhJdi9rZGQwWWNnOXJHZ2FUN2RnSmZjRUtjKy9ldk40Vkc2Wlg0K0IybDdXMzNjSEVpOC9aYXRleHAxRXR5RzB2c3JtQ3hYMkNjZG13RzJxOWNlTnN4NkR4UVpyZkhGRXhHbVhKdXlkT0toU1JTQzBYcVRCZU14cDBCZjVUOXlMYTRrU2g4NXZHRi8vanZCNUJhUjN3L0g0QjZaZE80MzJMV0pMWDczS0dpN2hURVBwRmVHVSt1NGgxOFVHLzhhdzVMTmtzQ3lOakx6SDRqNjVZcTJFeENvVENuMW5rWW5tQXFqcy9LOFRqdXloUEFJWGdMU25uSllPaDFVQ2VqTmQ2d1lFSUdIQjdxQy8zeGZ5OTVsTUdZaVdNbi95dVJLaFNjT3kzeXl6Ly93UzRTSW85TU9Eakx2a0NLbnRnek5QYytqcUtRRElreER3WEtvcVI3cGZMOVhkUHF0aHhMNDFVSDUvT3g1VzVLc2JOaWhqMzAzc3NxSWlNV291MTk4RzBvdUVBblpwdXA0d2Z5M29FbkxxU05oclMwT1dwK1UzMCtxVXZVZ2M4dDl1MGY5dDBnN1lCSDNIRWxHaGxCYmlPZFFhOWVkWWgxY0xFZmxiTTVHZmo2VlAvZzBESjdVb1hhRXN1SG8wMVYxdkxjem1LZXVRWkRHa1BXM2RjQWs2ZndVTWdtV0pKM1JEenREZHQrUkJVMGt2YkRBcWFhdTdRN3VJNkhMUGs3UmhXRUY5REduVUdRSlptQ002bDNuem81V0F5TVc2ZUZtMlBVeEFXaHlsQWNNaitXN3BpMFRDYWJudnkrNG1XNlNWME51L0xlUGpIdk4xNkx6b2tqd2ZkTkhzcDFIWS8za1MweDZFY3Q0K1RCWnFIN3JmbDFvQ1A2T0NiTlRJTEhsMUVxcUFDZ3lkdXdWWERVUlZjTE5Vajg5V01xNUd5eXYrRThGNWFZbzc3MkNVTGNkdkszR3YzcHRCbTc2RXpkcnYvNWo1dDVXMTNYaGZHRFBHMHpXcWxWSlY0UkJoSTZIOTN6TmJhcnBBUGptMVZ4UGM2K1g1Y0Zob0NrVjBmYjdMODA5MG1RVHUvMjZNSTB1cTVKUnA2Q21qb2RKNGM1ZnllYzVPTndwTlZwamtNT2N1SVlLc2VvejZpNzhBVVhSTE1DYWFGMGRWRmZ4WXErRkkvTHVtNitCSUJjQkhySG5pakNwMFVXbWhUUVVpK0Y1ZjVMck5SV2g1R0o2akxFV2NhNExFL2U5S3p3UXU0MjJXZVpQM01qSnV0WUVoOElpSmpYSlhlWjBwYnFGMU9OaU5SR201SEVydDZkdVNvQXVwRVlwWXRMQ0xhWk5RRUp0UkdHYllHb2tpZ3RIWFhNN2lCcnZVM3QvaW1rRitCZUhYLyttb2lVUTNYZTRuT3g0S0hSRGxvTjhpQnVXeTA3bmwzY0syeTBXdEFkTEJoYzRhS3FEN1dSelNzTWZSM3FRek9ta2ROVVFXQkdiM2VYM2hCaXd1bklFanVXdXNvNE1XU25LWkNlcHpVekpaeS9PYjY1NjNaZmorZmt2ZTVmUGpLWnZMdkhpS081MytNY0NnRTYzZFFvLzdmdGZuMnEwaExuUDlWRGJ2eGpKQSs4eG00VmxVVlZJa1IyY3A3U0xtTlhOMzZhNmZjc0VUbjlqR3ltUHJQdUd0VmNkQS9CWWcvYlpZMEZNd0UyU0QrNGJsZmVQVzRwQU9ySnJuMllHeUU2V1hoaUN4TGtlWnNRUlNXd3YzN0hrb2hZNThwY0c3aEtaTmR2MzhRSDljS0orM1ZYMzFvRFZuM2FvWkhuYjdadkgrS2VSRUk2dVFDMjdFMldja2ErMHRDNE9qeThDU2VhSG5oSTQrTk50LzFNbkFBV0JIWTZvcTM2NnRrcTFhWGdtYjJJTXFQaU5Cb1BvZkdUQWV3S1ZPdjVId0oyUXo2TUdBQXFIZkg1L0VqV3VnN1FuSElyZ3FqbGF4bDlLUFpoYkpqNWFiZUxLd0pyTU5QdzMrZXR1SFk3TnJrcjkrMUdmcTg5MXZVVndWRjJ1NDVKM0ZyM0tiYyszbDVxWldUc25NYlE4eDBUY09KR0lsUEEzcmxSOVBWNllvb2tBb0M5QjcyaWhaSkx6cmU1MXp6d0FManFpUU5yR2JrbTZVSlpJZ2llMFZxMnRNL0thckIvS0RlZG5TclBsMDFkZ0pQdzhjTGdNRTRUdXF2UDdtN3VqK2lMUU94MHFyVks2Q3VTR0h6SVVVMVdHRGZiN0RtZmM3RWxMdkgveXZLZ2ZldzdSUXR3V21TWFZBNnRMNUlFVFptUkZJeU0wSzgrbDlGRG0zWUlqYmsxbzlab3FjMTh3RElSWlh5NytiMjZzV0NJUUphdmx6bUQ5L3RiSGQvRTRWS0lUejBXS0RSUDZ6aHo1dlVvUXVTeVBXSDBES2VqeUV5dXdwZkNvYjlQaTdyVlVYeVVRbzJaUkFBTTVITHJOd0E0NCtCbWdUVkIva1RlQTVGRVVBZFNNc2hMbEpxL1hKRllSTHNsOFRUekgvRWlKemN4bmNDLzdPbnF1OGRmT1JTVWZiSFJabitCK0didVF2d0huYlhMY0hjQ0h0VWRsWk1qY2lPUDNGckRwQzdPcjhNZFErVzAyczBRY3VxazdudCtTNmtEWjMvNWY2b3d6cUhkK3B4TG1RQVJLeDA5eC9FWXpxb2g5RHczK2lZMUpVQ1d1UDE5RVZidHlPWHFvdjdLc2VuL2wvK3YvMy8vbXY3Mjc2L0pWZWNTZXFkVnZ5ckVsQzY5MTZDbUI2N0cwK29RbGpvTW9ZaU1IVDR2dnlSV2VlaWlPUWRQVHRObnpLWTlob1RqdjZiOS9YbkFlci9Xc0hFY0lHTCtkc3VzVG9Sc1FhalpheWJ3aVozdlQvY2RFUUQ3cVJ4blhvK1FINGtITk9wbHo4OTE2RnpRbmR5bVFHQnQrMjI4WXZKblBLc1NkcERTdTU5S0VoZDFWSXFVUXRRK1BEWkVBVklqaFVJOHdVd2J1eTFKK2ROVFdTTTRyRzJpdG1TSnlOQTJydDRYZ2p6VkRXUHhueEltc2RYdkpJK1JVeFFJSUhHTDg4LzUwNHdaTmZ0Z0hwMHZzVGJDMTNhSmVjVDdzemZaeXFySU5DK2txYzEzVGtkWDBNMXBRMU5pRktkUml1bTRoM1dCRG96UHJKKy9aWkUxRHRoTndMRGNRQ2J5U3ErS2tYRk83TVNvTllSYzI0ZDlLaGhybUxVb3M2UFNJSDRHS0hObjg5U3grRllpNVFBRitBSlBtZlFtY1YyNE01eDQraFp2VTJmM1ZSMWN4VCt3ME1HeGdBTk44Y0MwUmdESlJ3Sm9LdXQ5NytWZUZWM08rRkMvbVhKZmxvcjMvTVVKWXVXcGd2cUptRTlqOTdzME1adk1pWGpLeWNtbklPN3VBNlg1cmY1UTNERmtyVzVYM2pDcythTmVURWdGRlJTQnVKdWgzbHdZQytEM1p6TDZ6LzlaTmhDaVUwbi95U2kzVEkzY1BPM2YvWjk4TEJzQ0dxQ0kxbXl1TVpnMTllKzlTeUZUbUFCcFc2UjhlOXlNdEdxSWNCR2daS2c0eUdkYVZtS2ZmSVhUc2diVjE2M2RWV0Rxd05KcHlrYTZxcDJxQlVsNlpNQXBWL0UzU2xlUkNPSldoaUZRRVFoRHN6QlpyZVFpQWpBVUFQMklrbEhDUjNvditqOVFTd01FRkFBQUFBZ0FpMjRlV2VIUlovTWtBZ0FBK0FNQUFBOEFBQUJ0YlhCaFoyVXZjR0ZuWlM1aWFXNlZrcjlyRTJFY2g3L2ZONWVZa0hnS0tTSVlvVUlHSFRxNEZ3cDZGWDlBUFVWRmFSMEVrMHJhT0tUYU5LbTFTWnBjY2trMVJScWxKUnJVUWdKaWNrT2lKVklIQjNjSHdkRWg3NXNMT1BnSE9QZ21QYkcyTjhUbGVPR0I1L1B5dklldHowb2V5YUVCMjBqblphUHovTlhRU1RpVkJZRFRLc0FkaVg5Z05NTlBaNGZQRFovSEMvS1k3YUlzeTVma3k2TzNRN2ZDY0FXdjRYVzhnZU1Ld01aRUd1REUzUU00U2J5Q0pRSjJud3ZkVmtuOTlQVXdWeHdmQjV3eUE5L3VBUWE3SUFwMlB3ZE9TZjN4WllJRDdRemdqQm1ReHdERFp1RG5WY0NJQVFJN3dmY0Z3SGt6RUVzQitzZ1JnVHl3TElDVjdJdWhmZEh4RUd5SWNTUUpGSkFzQ3ZyN0d1L1NMdGVZVm1lYnFmYUt3b3BOdWxacE5adThEcmljSXZFSDNOWUIyekd2eCt2NW13elFUendDSWttaUpZVmRleHp0YVhRb3VOT2ZSbUZicmRjVW1ubERzeVY5YWF2cnRmc2NreTRVTGRPaFdiZVR5d2ZGUVZGU2xaeGtGQWowSitlM3B4K1RlamxKTTAvK2tVOXhPWm1MN25GcmNjQnBjbFRBdUVCVXRHVC95SE83NVRrVWFQVUZlL1p1Ky81MHVVbExKZlk2eGhxNTNvVGZFWFNSL2FRM0lBcWlJS21Wb1JBZk9EZ0NHT3AzWUdPZEZwdHNyZGFKSldoejFmRE83UEVHalNpemZYcFpRV09QcW5wVm8xdUYxdVpqbXEvcFpZVXVQelVHd3FZWFg3a0pPUGRmWlZneDFpNjkzZmtFdllHQUkySmVKZ29ZN1hPZ3M1NXZyelk2NlR4TlZIaDlmbWpIRzZ6K1FkZVdXS0Z1ek16dm12bVZ1TjhOeFgvUjMxQkxBd1FVQUFBQUNBQ0xiaDVaNDEzaWMyTUlBQUJUU1FBQURRQUFBSEJoWjJVdmNHRm5aUzU0Yld6dFhGdHYxRVlVZnUrdnNNeHp2SjZ4UGZhS2JDcXlJUzBTcWRKdWdOQTNkK01rRnJ2cjFhNERwRThVS0VVdExXMEZyZHJTb3RKS0lGVWxlWUFXQmNHdllUZkp2K2hjN1BYZDNvdXphVlVuQW8xblBHZk9uRG5mZDg2TUIyYmZ2dHBzY0plTlR0ZTBXaFVlQ0NMUEdhMjZ0V2EyTmlyOHVaWEZHWTEvZTI1MldkOHd1RE1MRlY0U3lROFE4V3NyMjIyandwTVdubnRQYitMeTRhL1BEMzkrTkFONDdrUExhbUpwUFBmK2xsbS90S1IzTDFWNGtXZHlsanRXdXpzM2U4RmNzemU1OHhVZWlyTEdsK1ptM3pYTWpVMmIxQUJaRmtsTmRaVStpVkRtdVhrcWJwbUlJUzBYU1lzS1Jkb0F2WVphdldNMUdyU2ZLQ0FGQWFSNTFSZFp0VUpxU2o1Vnp1cmIxcGFOTmFpMTlUcWVPSGxOb3VMT1Iycll1K1FaVWNGRzNiWTZweHJtUm92cVNrVzc4aGJOUm1QUjZqUjFHOWN1ZDh5V1hUUHNyVGEzYU5xMlZkczBESnRPNmwydmVONHJ6dXYxU3hzZGE2dTFSaCtwdWZCVUFaNHlzeFIrS0tzOGQ2NWw0bUt6eVhObmpYVjdTZTlzbUdRaHlRSlpiZi9qQjZTVHYyTGV3bW8wZlRWWXk1Vk5vOGxXV2laZGRMUDFrWFdGMkpZN3ZiNk81MHFMYkxWUHIzWDBLN3pUcFdvMXJBNjEwa0FLNjBEcVpFLzBpbkUxWEZYYjFOdUdWMWVpbGRpeXRKcG9Ba1RKOWJhbHBhclZhbEdiazVFN2VxdTdqZzNzOHlZeDZFcCtQd0pRRXFRRVYwSmxXWkNBRkhhbmttOElxaEJienJCYkJ4YjZyTmx5WG1QbEN3TmxxRzArSUV2cXVoVHZ2Ri9WMitTWnRybDFSS2d6N1pyVk1OZndPTXpLbnNHcHJpdllyNGczRWdFbjF0ZGxoZnppdFRQVzhUTUdLM05KUjZCYmRQUXIrU2FGUnpVdUc0MEYzZGJ4WkxmYVJvZWh6L0ZwciswZHcyb2Fkc2MwdW9QeU5sZHRXRjFqalpsanlicHNyRmh6czlUc0VBbWlTaFFLbXAxYUhlTDFRQ2hxZFZkQWRhdmprMVF1eHl3ZmxUTURGUUZwcWhJV2RJcTVsVkRXUUVTQmVkb1JBRUdUSlJUdVdLVStnUVMxckVSR1hFZ2JzVFJRdWVTYXhpdFNpMUdMMSt6dGhqRWdqSGtESTNEWjVsWmRzcnZJdUEwM25XNnRPUTBRUWp3aWJVTklFeENrTk9ZREJMZllNSzVhVkhLRng0cXRiR0lmYlJuZHJxc2FIVGtJTFBYSWdZV1hIcXV0RmNDYUtyQm04a0xXdU1BYUYxZkhDU3RWQllLazVnR3JjaTZ3a3NxS0FMV0VlS1ZJVk5jamhSWDRUOElLVGdhckdRZ0VGSXNGZ0pjamFuRzNNMUhURXdMRWtZUzRuWU93VE5Sa0psWUtCU1hHandvVFlsMWNwMnBpcDRYa1RoUERVVktsbUdEbW9WSUdTTkNjZGtrVFFIcXdBMkFvV0JLcU9tcFlPcE1wWUprN0xCTVJGZGtESmdTNVJEUkZCR1FBS2ZKK0JvYWlDazRUUHRtNTRyRHdtVUpVMHlRaEx2b1g4RGs2K0NRdy9JZ1lHaWNnalJPUGpqOGM0Vnc1bjNBRXdaSGpTVVdTVU1BcERrN29xSkpFTlRiK2o1Z2t4Z3NaTlVtTWxaS1ZKTVoyeWtvUzQvWE5FWlcrclZrc0tsVUY1WVhLZk00YVUxR3BsZ3RJNWcvSjVBaVhqc2toNFRRT21zWUIwL0ZqU1VNNVpZeWlGK0YwczNWbXpkQVRnQVNKU2lpSUpoeTZKUHpqdzlRbzM0RkdCbFFtQXNnWEUrYjVvcWl2S3pJZHhldWZlVHc1Tk5SaUJ4b0tWK1RqU29LQllZaXJKQkMycnFRSTVRVEN3aThEZ05RMEc1T2g1eHRXL1JKSFNrd2h6OHd4azNUbnlIN29XSnQ2UjYvYm1BN09yTkpOMDZMZU5CdmJGYjczK3VuQnE1M0RuejQ5ZlBrTno5WE1qNGtIWWxWZForUTVSK2dKVDlneWxyWFIwZHVicmpENmlhN0NZdytxdFlrRmlaM1pOeWhxdEhhYlcyWXZWbGVaem5iYkxSNzh2WFA0ODZQOXh6djkzV2Y5RjUvdWYzMnIvMkN2OThPVE4zdDdzeVc3alEzUkpuOHhRYVdCSlFaVkFicjdpRDQ1L254eVZOWURZZGJEUzRPUXN6UUtXeHIyZlROamF4eElSS0JVRmxDWkhSYWpJWVFrSkNJTXhKNEhnWUVJdjViUVA4QXBkdWFyQ2tBTERnK2hwQ2taTys3NEFkazJRUmFBNmhDc0VoYnBrV2xvQXFsbWNQbkkwd1I0TTRqVmhLb3U0KzJDZ3BnbWFsaVRhdWIwRjFLRzl1WVJXTTEwbDBpU0ZiK21ZbXdvVEYvT1ZOdlBwK2hRalIxeElkT0tTZXM1SWpaT3hRNC9uem1sYXVZYk9aMENVU081ZHd2T05NbjlCYXM3aVBaZWZLYjVoZmN1dFRpTjV2UkxmemQ0VDBBTDNoT1F3L2NFdE1nOUFTY2dPWHJFaFgzb0QvdFl1bGxQaVB0QUFjR3dKRHRMNW9VbFdOWUVrUHRwSzhpTy9XNTRxcnVwN1hDeEhvWnpiL240OHV6a2ZBQ0g4NkRob1J3eXZLb0lDVmFIMkxNMUtmV3F4S2pad0dEV2tqdHJTU1Mvb1ZtUGxpSEljUm1DSXpjbFF3QmpaQWdzTnpqWXVkVzcvVWZ2ODRjSE4xNk5uaGdFUHd1dldMNGFtcVlGVXdmdEpBQXkvcU5ObGo3RTgvdVFhUU5CYjF5MFQwNFlodW91UjZJTFNCWVNQNEVjUkNSUFlvUWQySkJrN1dmMmRMWkdBYlpXdzJTTndtU3RabkkxbWhKWHU3dk9ncXNMcmo1V3JzYTd1ZDdybXdlUGIvWnVmM3NFWEsxR3VCcUtKd0VjN2ZOTndkTUZUNGQ0V25ONUd2dFdLazFEVlhESXdjOFlQcGFXTlZGUVFVSkc3VnkyR0oybEZTQU56OVBrYUdzRW5nYi9UbG9XbzRabStSZ3pOTjdsSW5lWEd6RTBBSUtjYXVaL0JTMkxSMDNHdmFlLzlMLy9pNlhQdlR0N3ZZY1ArNzlkNnovL1lnSktoaEZLTGg4bjl6cHduSVIvVTBRNEorSmpjdWRrdlNkbFhycFE5SW40OWFBbWJ5NVdBMVFNUTFTc2hwa1laakV4eVZXR1ltSk5IYVJwU1V5TVVwaDQ3TE9OL3gwVHEyS01vZjFNTEJkTW5NM0V2Ly9ZZTdEWC8ySG44TnIxM3Q2OVBBa1lLTWRJd0M0S0p5RGdOQkVGQVUrZmdLZVVDanNYdlFvQ0xsTGhhUkJ3Ly81dS84dW5CMDkzZTYvdXYzbnhWZS91enNIalc3MDczK1hLeEVVcVhEQnhma3dNeGFrd3NYdTVyMkRpZ29tbmR5alJmM0J0LytHZi90UGlDWmdZaFprWWp2YVBQd3NtTHBnNGxZbmhzRXlzeUlKejd5K0ppY3V5SUViK1VhL0R4TTdWMElLSnM1bFlVcU9HOWpPeGlvUnlFRUVGRTRlWitQREh1L3Yzbmg5K2RyZDMvVWwvOXhrdTdIL3l2UC9zNWNIdWpmNzlaN255c1hTY2ZPeUFjcUtQZE1raUNqNmVEaC9ULzFKbzdxMS9BRkJMQXdRVUFBQUFDQUNMYmg1WmtnVGs2OUlCQUFBa0JnQUFGUUFBQUhKbGJITXZjR0ZuWlY5bWIzSnRZWFJ6TG5odGJLV1UzVXJETUJUSDd3WGZJV1RYdXZSamJvUFVvWlBDUUZDMitYRmJ0blFMcHUzWXFqanZmUUN2ZlFkOUFORzNFZHhiZU5MMU15eGpZbnJUSFBMNzU1eC9Ua0k3ajRGQUQyeSs0RkhvWU9PUVlNVENVVFRtNGNUQlYwUDNvSVU3eC90NzFJM21nUmZESDRKQnU1R0k1b3QwVmtSUTd4WTBMQU9qYXdmWGZCZ2pRZ2l1NnhZZUZRdDlmOHRDRXhZT3B5eGdTUXdDWmM3MzlSdllWYzZFS1E5akIxdVpnRVhraDFHZitURGZscXpSMW1qbFJkZ04rZTJpWlZwS1BTVFRJTVR6RzNZTzBuckZhZXB5SWR3Z3JqZ3ZZNmtzeUF5WE0rYmdRU1Q0R0tNRTdwMnRzNjlySUZzTFFab2F5REsxRUp5K0RtcnFvYU5TeVVxUjlKeUhUQzFheGxMVkZrWTNqRSttY2RJWEVsNG5yOWhmSXF5Q2dEcjYwWDI0Ym5kN0o5eHNGTGhWSm13dFlWWlNMRFlFWEs3cWVqTUhKOUhkRWpBcUNmeFpqdFlWUjJsMzZzMVZoMlVzOVF2YWFzQ2Y0TnpnQ3JoZXdNWFN3ZDlmYnorZjc2dlg1OVhIaTlMbkJkak9RTm5nRzBtVTNvQmFlaEYxU28xY0NRNXBFQzhGVzUvMlB6VE5acTdaMmwxVGVYSGdnbGE5bzZjaUd0MnBaaWJCZEZ0cHlreWVnTFFGZkRrUmZDS2YzbXFlWmFLMW1TZy9FK3F1OU5LYnNJdFpESzk2V1ZWR2tld0hpOGhoa0hKWFZCQzRodG1ML3d0UVN3TUVGQUFBQUFnQWkyNGVXU1R3Mi9nNkFBQUFPZ0FBQUJJQUFBQnlaV3h6TDNCaFoyVmZjbVZzY3k1NGJXeXpzYS9JelZFb1N5MHF6c3pQczFVeTFETlFVa2pOUzg1UHljeEx0MVVxTFVuVHRWQ3l0K1Bsc2dsS3pVa3NBYW9wenNnc0tOWUhpZ0FBVUVzREJCUUFBQUFJQUl0dUhsbDJ2MDRlTEFRQUFOZzdBQUFKQUFBQWRHaGxiV1V1ZUcxczdWdk5idE5BRUw0ajhRNld1Y0NoMlBsUEpJZXFEWTJFMUtLU1JIQmUyK3RrRmNjYjJRNXR1Zk1BbkxraWNZTUhRUEEybGVoYnNMdTI0L3g0SFRjbGpaT3NUOG44N2M3TXR6TzcvdEdPcjBlMjlCRzZIc0pPVXk2OFZHVUpPZ1kya2ROdnloUGZPcXJMeDYrZVB0RjZBemlDSHZrbGtTdjRKM1VBY25SODFaU0owbHN3Z2szNXpIVEJsU3k5ZWQyVXk0UjRabG5ROENrL1ZJeVZXOWpHYnFoMTR2U2hIV2lWWmlXWk5CUHNHbXpBRThPQWpsOXR5cytzT29BRklJZVVBcUZVWUwxc1dSR2xSaWhsSFppbUdsRXFoRkxWYTJXOUZsR0tWTXRvbUxGV2cxb3UxU3VOcVZhSlVBeWpCdlVwcFV3bzBLcFdLNldJVWljVVZRVldwVHlkajBxSE40MmFic2pLck90SzdQdFNSSUpnSlFaeU1TWVhZQnhJTHpBWXN6c0FZOWpHN2dqNDByc0pNb1lYd0JzMjVhUENvcG1wUmh2WmRxalF1eG1UMGJ2WVJpWlBQTTZLOUo3R0s3eGtLZmFOQUVtZGMzeE9WNG5INDRtY0l3ZW1Ta3lsUGtEVUgvaDBKaVh1aUxGSk1uQldGeC9xWnVCcU5DbzNGcW1lYXNwTU12T1U2OGZPYlRFOXpCMDhjV2pGb3FMbExjQ2dLRXNkYUUzWmhJa2NVdmFxQWh6ekU5NE1PQW9pNHlGZlpEdzJLVEsrejgwKzV3M2hVUGNGODBISUd5cEVxcG1HU1BXNlhoNVdxa3NsV0xPS3NMRVVoTEFScW5xaGJFWjlzSjdySGxCZmpaWkw0UHZRZGRpUnV5ak9rdmRERnpmMVltbUg3RjBKZmdia3Q4Q1lTckwxbFgwSmJtTko3ZCtlL2IvbU9zTXhTdVJhNUhwWld1UTYxN25PMEVBM2x1dlpiVlFqWGZ6TU1VOWNGMTlKWGZRSjBuTTZVNm9jVnZmWEZON0RISzJGWE1PRzJSNzB2SEVHMEVVK2I1MC85dEVCVm5iaWxManQyMFNjT2xaY1VhenpYTWgyK0phQ3VLc2M4UVVBdUNiM0hnQ2FrdEozdE5PSnJ1OW9UOG9MeXJaeGV5TjNLR1A4QXdXQUtETVJYd0NBYTNMdkFhQXBLYjFFNnhJYWRzVkxidHQ2eVkzRTF5UUdhdFhGdFRLUElsRTljcmQvMk1hWlZxQWxKVGlIMFdzRUJGS0NJeUNRQXdnUUhuOVRvZlhndGM4bTdDV1puWEo1MDFvdjY1cVNadmpobzNJMmZjbWJDREdaYlUxbTgrQlEyYldsU09jK3Y4emlLVENHR1Y5dDVrOStock5ZUjlnQWZaZnV6cVFMVEF1bEtrdW53MzRiK2RIZmhFK0Zsb3BWOEswUUhTWDhVdWoyejQrL3YzL2VmZjE4OSt1TDlQejIyL2NYM00rRzJ0anhneStwenIzRTZoa0xTRzBiOUZudHByVGxrUUo2OE9DdWtQeDIxYnJXa2pldHk5YlVUTlk0b04rd3RXeWVjcGJHVG5tNnJqV3kyZUdnTVVRK2hmZ1M3bGwzei9TSlhBczdrZmtrUHlpYjdRWkkxU0FiUVFkNkh2T2w2OS9Za1BjUWVwVldnVlBJNzYrbUtmejVCOXRZdm1zOVBFWUdxWGVqd1BUTUtGSWJlUU1hTGM0ODV6Ump4VFRoOUhobGtlbEFHL2dJTzk0QWphVkw0QTlvNHVmQ3c1dnVLYTJsd0wySkJJczh3ZTVrTkpxVnF5VGY5ZEphd0xieHhJL2tTaXF2c05tWVRKa2NzWmVEdkRMRzRWem1JcE1JZ09Rc2g0dURNVU55U0NML3dsKzA4L3dEVUVzREJCUUFBQUFJQUl0dUhsbm96bVdnT2h3QUFHQWNBQUFOQUFBQWRHaDFiV0p1WVdsc0xuQnVaMldaZHpRY1g5akhaN0hJNnFJVG5laTk5eDY5UkFsUkkzcFBDS0l1Z21naHlxNGFMWG9uaUw2STNpSjZXNFRvdlpmZzNmemU4LzcxZnM2Wk8zUE8zT2ZPdlhlKzk5em5PeE9scS8wTUQwSUZBUUFBVDAxVjZUa0FnUEJSMXhyWWFLZ1NuLzgrRFhWNjVLRnE0Z2tBWkN6L0RwRGFjK1lqQUtBaFZsT1NOL0ROM004SzlpS3hUVC9zeU1Jb1ZjandVbFNNL0tyV2pJUlIxSVkrVlFsRmp5VlJOaWRlKzh5RW0zUytzL1dMS243bHdBUWJTWTNWcG4zUU5yN21NV3dSNWZ1aXMrNVloQ2xmY21ndmdsTHFCOFo4Z3kzaU01QkVtdkNqMTY4c0xFdnphWU8zejk1WGRkV2IrM0UxM0FUTER4aG9rNXNlYjV2TGtINjdKWVZmL0pDYkZadUJ0T1pDVk9FUkViMnFQOHpkUVVKQ2JyaENodU0vS1VqVFN4MGNZaUZhaGtKQ0tzcGQ1MlJ5YTdDVkpCM3Y0cDNOR2ROb0M0cU5TdHNoRWJOdFBWUXRNeHlEODlNVXp1Vm01UE96dHlzSXdkZGk2dFJRUjFUc0NPcWVjNnRGRWxlWWhBa2p4d3FKdHAwdFpKUzIyay9MamMyalFJeW90aE1vSms1KzZ3OUFGMXgvWDBObmNQcGhIQkRUY2liaWIySHZQS0c0TzBLcUUyTXhzcEo5UXpDQmFPc1dBamNOMG5CVm9GVHMwZUExd2pDNndvUTB6am0rSzRTRmtZMThCYUJjUVRTMytsWGg5Z05BRlBoNFlWL21NMkpYUkp5R2RVY0lMczVWU3dwOXJnbmtBZEZaa1F1T0hzMEFHNkZpajZkeGtRdDdQdUdqMGtFN3VuQkdZdWluakovcGh1T3BoQ1RLdWNsQmwwcys1RHhtM3oxV0ZmejkvUjk0T0kyeERERzZubStGWUNNR2djOXhBa1VBMFNjMEViQlFqL3hySTNBT2hLajdBNGZVQ2hpQnBXWVNyWCtHVG1TQkMrSXFLTWRRU1d4MlpjVFdBNVJKbUtTS2ZQb3hWVGxxNHNaSUhZMlVYLzkxZEhRVTl6c3I3clQ2Zm52UUVueVNsSDBrSmVzOFhRNjZKWldYbThJdm5JblFKU05HM1BvQ1A0ZXdveFRrNkJua2RaV0lQU1NOcmVNQmlIdGs5NnNURUUva1owNzRvUGowL2xSTFNhZWFQTFl1emtMb3FSOFBOalJmeGVOb2tHdlZZSlpFVzdkWDJVU29MSTkvdEwrV0JqOFN6bTBxOGlPb2JjSDJLN1B4ZlJCZ2thUVlRWTlSY1lIZHlob1p3M0lCOENJNGR6dXh5cUdrZnJ5SFlRdS9GUktlL1hERGFpMDgxYlZwVk1NRWpyeWpzRmFFWDVVcFBMd2V6Rk5PQUtXeEpad0xBT0lPamQyN0ltaWRaUjA4V1dRODRpVWVnVmR1aW5jaDB4ZVZ1OXo5Q1Y5SDFZY0hUTmtYSDY1eS9CVnpkZlgxSi9LVVkzam1nbFlReXpxbEE3OVJjbW45bFM5VUpoQ0ZDcXM4dkJyS2dBZStid05UaGl3RjN3eURjVXU1KytMcExOc0RydjhzVUc1VTFyU05wR0tqRk1kUFUyQ1NvdmFqQVg3dmRscnJVOVZJa20rOThEVGUvWDdLbldmTzkrWnNPMDNRdnZEclZ6UHl6NnhVSXhYWlNwb2JiMlpZekhpY25qM3J1MXdPRHE3YmVmUU5sTnJyT3o0NW1aeVNJanlKalBvRW9qWTFuaUhOTFJuRWcxNG1xMTFRWjJLVEZwMk5WblhSckl6VTZCVFdRc0tNT1k1cjNGMWh0VW1kSitEeWxvcEw0MUVhdVl5QzBoQVExQ0M0aWFLVDNUUnQyYklkc0FBK0dpKzR4QXQ5UUFaelhRaVlIczVtS1p5d0lGMDRGa2JJTnJGQ1BrNUoxWDV3ZFhYVkw5VGtwNHBURkU3ZG9xaDJYc0YyTEgzTFpHV1hKVXc0azd0RFdyZGZJdkpiOVBDSWN4SE55QTE5bUNzQTF4WGRSNkFGTXZJbkwvUXhPejVmZmNVcW5qakVsVS9TRTYzbjNtWmRpTHo3ZTBIblZuRy9YT1VPYUsxNHlQZU93a3J2QlNpT0Q3NHZRai9GMjJEWGlxUkNHc0RybU9xbFQyZkx1U3MwNVhPWDNUN0ZzbG5wNit0YldDQ0xxNTRkdnFNd1YyS3dZZy8xL3ZTT2lReHA3VUVjTEI0Ykw1YW1DVmk1L0thVTVNSm55OEdrVjhJSXgxb1V3QmtNWlZzaFFVclV1cXlGYjVScGtqVzN0RVNtV28rMzdDUmVYaWY2VEtaSjZ3NzhCYkx6MEJCcVlYV2Racy83Z09IZGx0b1gyYnJLUkorVzdIUksxWUd2bU5mWElJYjZ4cGpBaDhTYUFqdWp0ZmpBMG91KzBRcUY3N1ZubW05eUpYZ2JLOFN3YmwrYThEeHRaU2RYZGVVRnJCNlJrK1ExOUc0OVVUdloyTENybXh1dTNXT3JtdHkxazZmWGd6RTZiREpacEJVSTdPWnhZUVR6MDRFU0h2bEtBUWFBQlFaWW0wRnBYOXJZanIzSVEyblZGM3hTUC9IWXdlalAvT25kNWJLLzFKZU4vL0RjSEsxdmJQVHgva2RwYWJxRU9lWGV4NC9Tc21iK1hFMzBIVm9TZHNpYWhRMFgyd1NjTWpaU3lUcHBYZEE3V3QxcTdkOGdHVm16Rmh4VjViV281RnFqbkJSNWhnUmlDMXMxbFlNbVBQYWNpZ0c0OTZFOTBBUHBialVBQjNtNk9uOEhCcDVyMTZVNmY5VVZLY2N4eGtvcUtTdmJSWVNnMXd3NU9qaGNiZXNFenk4dVNnMGJFdUM2Z0l6Snc3V3NvY25QSExZQzVSbDA1VUJwS2JiVGcreEFVdHJjd2lSa0dtOWFqZlJ6dFlHUkw4Q1RyeW0zeFBVZFczYVFMbERxcDhHZmx6OG5KazU3eUMxcFpJUCtYaDJ2YVdscDJkV0pNLzFEa2ZCRGNuS3k0MFFoQ3l1cmRvYkkvdFJKSjliaVFmTzZDdkJ1TDZKb1hxa3VWS1RCTndqREZjWjlPNG1YRXUxSlY1ZEx5RkkxMjQvREh4K2V5ejZTRXM1bGI3VGVRQ2hLSndhT0p3QTNSVHdSN2xleU5IYWpCdXo2M0RSQXFjT1pvUGhOSXhXME1KcnBKdDY1MTJxalhBWlhuWmhXVVZGUm5DOHFZd01iWGxZWWxVM1pDT0NkNHRDSTZTNDl6QTJ5ZjlCbmk0WFdUbFYrWDFKUk4yRmtTMENIUG9LT2tLRVpvMEhSYmNnQVpsZ29LSVNjRUVOWkJkclA2cWJMOG9WUHlERE4rT1hMbHp2L2dkS1pwNmZuaTRxWGhrWkdJcDRidy9MVXUxN05uZjREajl5ZGJQdGZSOWQxdVpqT2FGTDlLc3VaZGJLemxmbXpPbThNcFBMdW02ZTBOWStld1FNUWNMTUZSSTV3YTcxQmJzdXZMT3prTUVjekNtUjYxNlFDdDhWbVkwUEI1QTNsczZ5NU9qNnpoUFMvTjFFWGd3RnRsOHllMjJyY3F4VUY2b2JoNDVLeUFuK2x4ZDJSclJFUkVTd2FzTmdUMGVOQnJnTEN2WGJqUmlPWnJsTy9SbW9vT0hPTU13TUR4Q1BlZityUll1L2JSUCswVG9RYXB6aEg3WmxhSDJOYW5HUHkzclRwdGJNbzVvU0JiWjdZKzVOMTkrRGJoYVNuT2p3V3JiNm5HeU9YaTU0Nlpvc1Uwb3BCUVFuVFgzL3FZNjZMTEl3UXJUZEs3aHJuZnV0RTJyRXZwT3laekJyaEd2Y0lCb09BdTRpaTBHOE00Y2szNWRCQWMzK1RMRWVDYW5Zc1EyRk51MHE2cDRJSHlFaERuVUJuOG81NnhVUGtpTXZMVFVYekM1aFJ2WlU1eHRPcFliTXBUd1Z1YUtqQktTeDZmWGh4Z3loN2FhSlFLME1tc0hsc3M4NllLNytKaHZPd3psTGliZlNSRkJRYk1FWUg5b3lBbGRmcFZuRm1pMEVZVTFuMDN4clAxOGEySjRwODl1Zi9IUHRPVjVxM09FMXhoSFh5RGFKbkx4aWY3Y3d2NnhTN3JQVjRQdHlmdm1nODNINllSeW56dUkrdXlyakd1dmppOFJOMGtZYnFTazZGT280MU5UYVMrU2JQemRYdXlKbEtjMU1qSSs4RjEwWno5NmhLb2pkdjNueElxTE1mRzgyUzlQbUorWDhoMW51bHhNcG50empxUHQvc2FRclNNbi9zL25iVHNIcEgwZlVaQUpUeTllQkQ1OU9tN2t2dlpzd1BXMDlIajJRT2RGRzdEVTFaN0V6NmtETExCeHFaQURFbXB0YzdreVh3eHV5dEY5c3pVRTc5bE1vRE9xZS93ZGNqNGo2QlIyWHVrMGNFMHVTc3F1VUR2WlBmUDZScHZ2MXlmTkdoc1ltamY2QWQyN0hscGt2eUowNFVLWVphWFhWak1pMit4Ny81czFtZThnWmZac3Y0N3hVbHlkWmVmY3BzVFlHN1d6WjdiVCtqQy93V2NIMHkxRmFiUWQ4MDdoQ1ljdUF3dG5DRzhMVGMrNFQyR1NkTSsyR1plR3VOTWt2N2NtZFo2a0xJaExJcUJ2M29mTVlTRG9kVDQwWnNaZ2NIOWNaU3ZwaDd3S3UxWUxIOC9sQWpmNG5jMlRWc1A0Q3MwNzBmV0xqV3NtK1VlTHVia2E3YUNGbnB5QTY2ZlBoRjRBeHZwU2k4SjdjTXFLbXVQaHA0bWgwYkg5OXhjeDkrUzBmbk5EV0pGOUpweFpjeGtoMThmMjN1ZzdjdDVidkVTbzZMd2FET2dBMHFjM2tqQnlMVW9IcUZ0YXRDYURWT2ZZSG1zemNGTWZhUVFUcTlUYTVSaXBVdXo4K0phbnZQeXF4eXcxbjRFUC9UaXh3YkZHNjl1ZXFCMERZV3BWdHA5ZHMxakVURWxuTVVkWTBNUFp4MUtHeEs4aXExVkozWWlPSmxMZTNBUDhPdXNVUTI3NS81VGpRL3BmWGJ5dDNsSG1jT1hmc09nOEYwWks1dERoYWJKb3AwNGxFOVBXTlF3S3V2MTdRckJGbC83UGZqQktweklHQ2NYMy9DdTQ2SnlzZ3R6bGc5VnNYQWdNMDArQWo0UWQ4SEFzcUpPTzEzWEJXaDdPcDdnU3dGRUlZamllZjBxZ2ttTzlWeVIrWjNmMCt3UzA5ZXNQVFRjZHdlQkNobDZMVi93SkdXem5XWU9SWldrMjBLdmo2SDJmNzZESU9Kdk83RlZTL2hHb0xidW93UDZlSkFEQmpaUEdyb294ZlN1T2E2YWlqUTBLWWcrZDNPakcvcEw1NzNjSnFhWVJPbm8rVjFGVVJLMDN2NEFjRHUyMjU4S0FIaUZVZ3RJY2o5WXJHQWpGN2s2SldjZ3BLSWVDWW1pY1pmMzlhUGxBY0Z4aWlKVG1VM2VudHhwbi9CL1lSdi9yMTZaNnlqbmJRUVZFVUNzNjJycTROem1kUzZ6TldTY2hyaDlzOFNyMklEdW13SkZJUEt2dnd1WVl4RTJBb3VpMkMxZzVqV1pDMFpiWkN3Ukc1b0tEYVI3M2xiU3prQUZrT1ViV0prazVLN3hIU0RRNWtCWWhEQkV6RW96bXdQWVUzWHJrZ2N4Wms0WTNmSm9QdG9VOGZXMVUxQXZNZ0JWZUxwT0U1UnQyV0gvMmhnRzdpcFJoZURRZFZNaGVRVy9QNkNGb0t0em05c1lzZE80dEZwTGRQZnVlNmRZYU50WW8ySGpTRkN2TDR2ZzRRWU14azVZOVNPLzdFQysyTk1BKzV4Y2cxaXhZeGN6eis2SklJdCtZMnhTRGhKOElFcWhHdGlybG1iT2VWYlRNMTk4ZXo3MVlnTHVxNFhnZEVaMlNiNlNXTkxIV0ZSR1cvYndHbXRpeGlDVm9vdlUrWWJIbUpqMzdaelh1dU43UXk2d3NFK3l4Skt6VlBORFErdHlPY09tbHlLemVjZGw0R2xYZzk4NjI5Z20zazFodTdjVXlscXpodG9MSndYeVlCOWhzVXQvZjVjNHRkT2ZNZTVkbHBxbjBJUVlxN1FTV2M2dmF0ZFd2aGNtZURxWm1HcE1maDh2akJlWGVSeVFYRElVMitvcURrL2ttZjU5aXhQV25JQ3VCcjFOdDdBRjl1ZUsvdzFMRGpMYW1RalRDYjk4N2pZdmllOVNkWU5Ia3hDMno1NGswK3djWDdRcGhxNy9reWFreXlRVHpjMlY4OHY2S3J0Y0t6TWpwZW1hYnRpVUN0aDBVSFY4SG9yUTErYVlqcmJmYTc5Mit2OTFYSmhGdUJsd3k3VnhMK2dsVnV2MDdTOEVjRDY4czN6OCtlYi9zK0NwRFlJeWZiWjk5bEdwSkxhWllkZVhPc05iUEExYXBWLzUzb2Z3c0w1Q0hzWjFXbVZTZksyeFdOSDIxKzlkekZrNUlYblBHcmNaalZGbDErZmFkVDFSSmYzSnJiQnBBdTRDMGpWU0F1ZS9GZXFMckhLbUNaaXJPL1BMUnZnVFZZdDM3clBXZmVFM2RsdkZWdnNTRjMrM3FrSGJpNHRXRldHMHNieFpQM3p4dVBuZGVKSy8vV2VlcFpZK1p2NWsyMFJ0UVZmQ2ptTjgxKzlUTXJ2U2NkSmkwdDQ1MmxvclR3QXE1SFZLV2ZyYktjZGpZd053MlJtVVBGSDFxa1pzMFdUN01CL2swMmdtOXI0TkIzTHk2RHFjR1ZqYk9IS1NzT3gwRDNxS2JlN0ZaZEYzQ0VoNGp3NEs4T3c1akhBNFkxbW4vRlNWTExSdmdMNThTWVBTNEwyM095TEtyTWpxbkVnUUF0SWFQUjhSd3VOVVZKUEZ5UjNuQnRBYkgwcnVJdlVKUmxmWGZzaDVPYUFlV25ZM0J4TXdkQStkRmw2a0w5VDkyUktJOUFUdjZxWWJYdTJzcXlLZDNqaHNia1hIZUJsd0Z0UjlXeklld241YXhCL2NoSnU1QTBraUVwcWNFcDZOSlFZK0p4TmFOejQzenJvbGRjOERjQS95b29UOW15LzlEWU91dDN5MXBsZVBzaHUzRWhNbmVwNkh3L2pMV1ZUVTNobFlldElQQ3FTVXVtK2ZZY0R3SHJDNVY0aHY5ekJLM05YR2taMloydzAxSkR4UzJTai90K0MzLzFLWEJkQ25PU0VVeDg4bzRET2UrWTZweDZYOXNhTnJaUW1Vc2dLeTR1YXBmWW03ZzNla2RFN2pyeENhYTlOR1NXL0ZmLzZTMFZaUityOE1rNmVFOU5FdUZUcWh5WVQwaTk3WG9qbnRkWmpDRXlOV2cxMTNidGFBa0RHb1Z6RlNIblpQR2dycEsxSzVxZHg0SVUxcFJQVk1xY2tsWDVQWWpUKzhFanBiTnIwTGJscTNIWjNqOFZQVmEvTVhXcE81S1UxcktDd0lNaHQzZ0Yrb1JVVjA4RWM4WHlOOWJXSDRiaThhR0JwMEU5ejhuRzl0ck90SnRmZlg3WjJrTUZ3NlM3ZTM5dnZVU3ZLUGtOOUJxU2xKZlBOeFhJWjdadExNQ0tTWlM0bHNvNUxPQzd3azFhZi8yNTZRUGg3ZjZrNUdvL2wrODkrN2JIVGduRlRLVThBNkZkeFQ4bjJnMU5tMkI0NWZNK3gvTkI1bzZ6OFFRL2RPYURONy80c0x5Nzh5UlF2M1YyamV2bGN5a2pjUnNCRTBWYjkrTXpJU0VKU0QwNmlvTXF5aGxiZzRkRTI0dzJtRlhweGxTTUl5clFxem1KUzdDSjFkakcrTCt4SWZXbktKenZ3TmdvczlyYlF4akdKNENOZXdjNGx2aXNONUpTampqckd5ei9HR3AxdkNaazNMSGl5MEo3NjY4M0N4aDg4UHZLd2dXbTlOaTkzdmNQcWlobm5Vc3ZEZ0VQczlaSHpxZjdTbzFnRjB3M0xnYkdDTjB3QzY3aXpZeE5rd1JmN2M2cVgxY2NYYXM3NE1aNU9OMjFIUVdOaUtFVktBZS9IcHdCb2E3UkNEcWJ2N1ZhWjhiY2lrbTFVNjFtdUhFczBtQjViZndyckl6ZWxiMnJydHZhRE50dnpiLzd3QVRUaStvbVBwTnJZQ0xnWGxsWDgySGRtRGdQUERiei9ySExockRqdnJEUkU4WXV5THozT2VJd09qWFl3Y2duZHhTYWtQcG1xOHFGRjh5aEVaekZ4M21od0NRWThFeHI0bTZtZ1ZRS3MrenZDZ0ZOQVlKMjMvMjJzNlZYYmNOdm1SVlhsUjFiWERnZVg5L3czR0lWc3JudERCa0p1MkJFQnBnL3ZYaUNNTGdrMnNlSlpOeHFpU0ZuVWFyYm5HZHh6VENQWm0zM1pIN0kzbVQvWi9zbnZqZXZ5MEdqNUluYTg0VzlKMS93T0p2RXBydVROb3c1Vnk0dlJwYVEvZCttOUdQeG0zOWVIZ2s4dEgzdTlMSndtVXYwWUU4eCt1N3JMSGQ3N1FUQ1QxWGlXOG5BenhjRXpwenVCUXZiOExqeURhMitxOHZGMDZ0L1kxb2I3QjkrTHU5Smp5L3BMWi9qajVUaEwrcjdqT3ZLSVlVakplSjlXUW9UMU9yajdnZHR6YXZIclhQejBDNHVQRnc1QkdyR29Sejk2Yy95UWZIODZocHk5RGJnN0haTytYSng2bXZPOUtXM3JodVBGajFrMDBXZC9vcVdFSkErSFV0eWxKRGJiVVVNSjdMSWRjSFZuT1hzMFRHTCtsL2NYUFBEYXNrSFdjMnhIZERsZ3drR28wckxqL2w4T2hzeHoxT1RLSDBHM2UyWC90Mk94NDk4WUNPNzlBblNHaWxENXlQSTlZZE03WW4zbXJkLzJtbE5qT3FOczZxWi9WL2I4YnpiRGk3UXlMb1lzNzA5V09zT3FXay9VNWVVN0grdElmVTRWdS9qbWsrdStSWjNDdTUxMldyR2ZKQnBvc01NbGtxZDkzWmRvU1dtWFdITytjcDV1UXprNVFLd0hJdWRVd1BqZkwxWVl2c2FERFh6OUdGTFZyaWtmaDFUVWlnODFJVllZaG15NHhBWUpWdUwyWHYwUU5weW96MlJlMFJ2NDZuRWZvQ2liR29zUFY4QUFDMml3NzEwZ0RDMnVVZ3FHTTVJYzV1Vk9SQk1DSE9aWWJuOXVlNkZzMC9Eb2FHVnhzZS9Kd05PWW1CaGxQWnFNeTVOUjA0ZlRPZHREbmRlc3QyeU4rbHF6MTlQaFE1eTQ4VlRoWVVTTWJPU0VPWEFRZnZsUUdia05BQlRSSjRHZ21vUmI0bm1oK2lzQ29WQUZodVEzNnJGYXVIT1pYRFhkdTRhQU1yMUx5dGRvMktrWWdZTDErMFNLcXBqUE9ZUnBCY25nM3RWeHdRdWxjb210UkdLMzFCKzVqMGN5eFQwNU9Ebk5lVjRZR2s3UjNSOUY5dEVGUy9IeUhxcVRGdGEzT1ovc1BvSTZEb2V2SnQxYzM5MjdkOXlKa0VEWW8zOU5URHlPVThHQ01kYUd2dE5WcHVjS3AvMElsT01TenJGZHN2SUwrQ0pzR0hINXROUFlDMk9UYWtYWTJpTENpMFVlNVhBUmtlNVlMVmdCSVRqUmJMOS9SQXAyMUFXNk13R0cySG9WRndram5YbWlCYk5pT1FXWHRLSmVFa3ZScEp3d0h2T2JQdG43NC9vWkMwR3FPQUxadjBlQmwwdndCQStjdS82c3JLd2luV3h0ZFhWMWJlM1IvbjRyQ3BXaWlaNmVuaWRTVjRmb0w5bERFVWF1cjF5b0Fmd2NMbWJFd1ZvYnF5aFFETTZEbE1wWkl3S2RsUm5ac0kwOUFMU0VPQ1ZjTks0K2tLNHZQdXJObGczczQvL1Z0REUzWUxES2dnTFR1K0hNN0dpdlNuSVF3dmh3YjV3N1hndHFpZ2gyRGc1VVhodUpUeXQxZGRCeTJINjlrVEVFNXlWWDV1ZmszQzNNMW5kRDRlZzRNRHBLMjZBZGdkd1hlRTdNRlN3TFZBMHdLQktHR3ZsaldDUjE5eEJMdG1KRHJHd2hKTGNNWTdOaFZrMUFJMjQvZmVhWHRWQTVqRm85Mk92WEhPRGFBVzcwMUx2T2trb3N1c21CbzVUdTMzSS8zZUtTNFJrMCtJVFZ5YkZCTEwwSkR1ZUdyQWtPUWpmL3pMK1lCMkxmZXhubG8vNDVTZTEvak9vcWwwV1dWLzJ5ZTl1SUdoY0ZuU05pK2kvOU1CSG5DdEkxWC95T2gxZk1FekZ2cW1UNlpvcVNHWUJ5OTdsbmo4SDI3VnhMY01sVXZRVTlCaTlVRmJmdUF2NDRSYit4Zkc0SlJxQTgzMk5pNGdnTzgrREhOaTdqNVlNWWVSUGJCeWl6SllseVhHbjJYeHdkL25HMWRCaDB1V3Y1SUNFc0xDejlqOERSVEhHVW1mdEVHcXFwcVVtelUvTkgyaEVad3FlZDZuTkZ3WVg3WW45d0VlNVhTYnp4eEdIQktXSVI4d3BQOG9JZnpNdjJ3L0dDUnBHVVFvY1Q4dGJ3Ryt2TXphdHNBcHJYL1RnTWZyOStpM1VtS0FoWlIrZnpCTFpHdjlGSW5FUWl2NkJBWmZVR0dSbmllT0c5WWwxOHcyMlhTUC9EdGtzMDdIQUZ5OEJ6dy9MV0k1UjZGNUZJNU5RVWFaUlNSQ1VmTGhCM2E5ZEpqUHltWGlIZDZVdFlHY0NGeUxMR29SbzJkQjJ4VmxRWjRNZUVYZUI5UE1LWnozeHF6RS8zeFR6V2k1R3lCS0I0cG53amc2akRTV3R5Y2g4eHlHeVU5ZGFXc0NQVVlEbElIbGtqSUMyaU1CS3Q3aEZmMVNvQjVuR0FraXFLUmo1ajd2NTdTRGNRMnJuUyt2NDBZdnp4NGc5SE5pRlcvTERPaEl4LytBOWNIQndjY0xNb2hwdEhpSEpuc3NoWExJbmk0SFNuVlF5d3RIQS9aS2IvOVhQK0xpRGNuVGJmY0FrR3UvYVdKdFU1N3U0Rnl2aDZsMEFoeFEwR3ZlaFRGanZ5eWhDSTNzTFBGeGErOUs4NWVxV3J1L2dBdFVRcFdoMjc0RWY3R1VSYWhxdzR4OGZIaXRkM2J6bVpRTFE1VnJrdkZ3WjljeXJWOTI5cTM1RTlKK1VCTy9DNXoyRnhHZUM4L1hzQlBxN3ZTOFNCZEQvWHF1M3JvNjl2bzhlUysvQ1ZGZjVYNC90Sk9QMVN5cStGN1NuU3RYYU1qSkdOYzcrTTlQU0lFME5XUTl6WkkxeFNoc0tTUVR6UW1pTVlvU29uLzZvT21zd2RWQy9WMGRhQWIrUlpMV1paZ3BxajB6c2FSbVFTcFRFRmpNcEtvMGVHVHNDVHBLVFg5MGQyN1JwRk5aL1Nya0QxQWU2eUhYcWgyRTVoL0F2K0F3cWpzdnFtSm5FU0NKN0VuWENKTlNMQ25pMWJYVDlsSUo2MnhJbTF5L3JUNzNLMUtsZlZ6eThwMTlIa1dGZGswbjY3Z01tNlRPQ2hrei9SaXNIWE1xczJGN0RwaGphZEdsT240WDVYVG0yOUJxTWI4eFpCSjlOdTAxY2NaYStNL3R6cy83YnNLNlB3a2FXa3BPeUxwOHZtZjQzSjBOM1QrdjJKQ0lRVXlzd3ZZcnFGM3hXa1Jxa1dPbEpJM05uWHZlNFJRZ2l0M2JxRldDZGtWa2NGU2RLQlZyd3pmR1ZXenJza3FvK2Z5R2NlY3I3RW9NT0t3WUVVeXljYTZPR2U4RFdYS0tpNWR6S0JQUFJnMkpBS0FRUVo4VjVZdkNCV25oYVpEcVBib3ZVaSt2Vk9XWldFaEFRdVp2ZHdtcUFKTEM3bUg1SytSM1EzRmRFTHJ1aDRvUElrTmhHMkQxVHljbzdsOHpBZDZBQ1lFTEFLb2M5azE4NXdRbWVhRXVoM2FiSDhBU2RKR0U3azVwb1B6UFNYVzJ0d1Uvck5EdkRSQnltWUVNS2VxeVFhWkZTWXhwL0dZSnZ4cVk0bWFHSGtZaGI5UUV6YmhZR1VhazlsQjJVbkRXcnRESVY2MHhiY082UXBjREhSUW5wN2UwZEhSNy84UjBnSU54U1N5dDRsTWhqS1JxOWVEaUh2QXdtVTA2eWdnVFVBN0JVWEJtcmNSQXlTWXBFOHJ0VTUzaEtGSDN5NUVBSXJxelZKQ1N2UVo1TlAralpLdnZoSVkxOFdFa1lNM3laUkVqa1NlWDR3OXB3U1RCZVdTQmd5RVBPNUlycVFJK25qcEVsVWxsUFhPZ0g2cnNIamlDcHFOeUdxT0pXMS9jWmxaTWNmUkFnb2hEczVWeGNVbm9CMFVnaGtvOUY4WmhQR0RJSmlRSE15QVJLUkRLcTZKMjVZR251Zzd5WkkvTWh1THl6SzJWUWk4eWdEdEhyMjBDY1drWHFzT1psam83dExibTNrbUVXQ05vcTFFNFd6L2UrUitOOERvWGdrK1Z6QlJTV0R6TDhIN084dm5WTWUzWHdPSmFyaUxha2pabkxxa29YOWRScVc5Z2pOUmdlTXZHdm9vMU1JQUtoTG9pMVpaaGNvYjNhWkJNcDRWSE1WQUFiR2JsdmRZbkRrYVlsYW5saTRCNit4RjJrenI5b3Z6NzdtRjNCcm84ZDRYLzFOZEUrNTV1VGVtc2U2SHZOZlRYTzNaNHpoWUYyUUxqeHFJb0EwVHEzcks4U0ZrbmJreGZqM0w1cWxDTmdxSmNlZWNoMEhGVlcrZ3NacFFTNC94Ly83eDliemdOV0ZsVUJTSWVYMkRrQ2hwcXl0VktsZ0Zmby9VRXNCQWhRREZBQUFBQWdBaTI0ZVdkRm1ycktzQVFBQU9BUUFBQXdBQ1FBQUFBQUFBQUFBQUxhQkFBQUFBR1J2WTNWdFpXNTBMbmh0YkZWVUJRQUhGMTdSWmxCTEFRSVVBeFFBQUFBSUFHbVovVmpicm5vSjZBOEFBRFFTQUFBSUFBa0FBQUFBQUFBQUFBQzJnZFlCQUFCdGJTNWlhMmwzYVZWVUJRQUgxM2luWmxCTEFRSVVBeFFBQUFBSUFJdHVIbG5oMFdmekpBSUFBUGdEQUFBUEFBa0FBQUFBQUFBQUFBQzJnZVFSQUFCdGJYQmhaMlV2Y0dGblpTNWlhVzVWVkFVQUJ4ZGUwV1pRU3dFQ0ZBTVVBQUFBQ0FDTGJoNVo0MTNpYzJNSUFBQlRTUUFBRFFBSkFBQUFBQUFBQUFBQXRvRTFGQUFBY0dGblpTOXdZV2RsTG5odGJGVlVCUUFIRjE3UlpsQkxBUUlVQXhRQUFBQUlBSXR1SGxtU0JPVHIwZ0VBQUNRR0FBQVZBQWtBQUFBQUFBQUFBQUMyZ2NNY0FBQnlaV3h6TDNCaFoyVmZabTl5YldGMGN5NTRiV3hWVkFVQUJ4ZGUwV1pRU3dFQ0ZBTVVBQUFBQ0FDTGJoNVpKUERiK0RvQUFBQTZBQUFBRWdBSkFBQUFBQUFBQUFBQXRvSElIZ0FBY21Wc2N5OXdZV2RsWDNKbGJITXVlRzFzVlZRRkFBY1hYdEZtVUVzQkFoUURGQUFBQUFnQWkyNGVXWGEvVGg0c0JBQUEyRHNBQUFrQUNRQUFBQUFBQUFBQUFMYUJNaDhBQUhSb1pXMWxMbmh0YkZWVUJRQUhGMTdSWmxCTEFRSVVBeFFBQUFBSUFJdHVIbG5vem1XZ09od0FBR0FjQUFBTkFBa0FBQUFBQUFBQUFBQzJnWVVqQUFCMGFIVnRZbTVoYVd3dWNHNW5WVlFGQUFjWFh0Rm1VRXNGQmdBQUFBQUlBQWdBSlFJQUFPby9BQUFBQUE9PSIsCgkiRmlsZU5hbWUiIDogIuWvvOWbvjEoMikuZW1teCIKfQo="/>
    </extobj>
    <extobj name="1BCC2C28-871D-48CB-8BE0-2867F7803ADB-3">
      <extobjdata type="1BCC2C28-871D-48CB-8BE0-2867F7803ADB" data="ewoJIkZpbGVDb250ZW50IiA6ICJVRXNEQkJRQUFBQUlBT0Y3SGxsMUdZQUxzZ0VBQURnRUFBQU1BQUFBWkc5amRXMWxiblF1ZUcxc2ZWUmRiK0l3RUh5djFQOFE1VDNna0E5U0NGZFZSYVdWeWwwbDRQcnNPZ3Zaa3RpUmNkcWk2djc3T1M1Y3dZUkxwQ2pabVoxWjc5cEpyei9Ld25rRHVVSEJSNjdmSWE0RG5Ja00rV3JrTHVaM1h1SmUvN2k4U01lQzFTVnc1ZnoreHlXZHBPTzdqa1lPWThSRUpqVm1JL2VUeEJEU2dDNDlsa1d4RjBZKzlaS0lnZWNIVnhGaEwySDR3dUkvcnRaMzlKVStTVkdCVkFpYlhjUkViMm9sSHVsVzFOcGJPN2pkUTNDT0pSVEk0Umt6bFJ1Y0VISk11YVZGb1pQUFNzeHk4VDZSb3E1KzBoSmE4SEdGSnRxSmp1TTNUT0ViUFBBTVBocmNjcDB4Q2NDL3krcVRmaHZoSG5DVm02cXVZa3ZocWFCcUtXVFpnTy9JajhHcG50QnkrMS9LclFTcUlOdk41cXMzWm1LbkxDRU43QWRKM0dLRGNBN2VXWXoxbzJIMFNDLzBTT0lGeFBIREFZa0h2YWhWcmpVaEdnVCtnQVJXRCtnS05nMnowaStXRnEyMG5EV3d0SHV5aDlJSjVVcjlxcFJ1d21IK3M1RHJNZDJhL09IK0prTml1N3dLT1VlMmJuaFdjVlBrMzVnOWZrV2wyaS9Ud3U2UTR5WS9BNXJFWmxlYi9pU0p2WnUva3ZlRXFCL2JoQVZIZFhnYXJJbmxsSy9BVkg1c25uWlArNlJYTDllekhFQTFyTFM3L3dmb2o3OVFTd01FRkFBQUFBZ0FhWm45V051dWVnbm9Ed0FBTkJJQUFBZ0FBQUJ0YlM1aWEybDNhVFdYaFhieUROZHRjWmNDTGU0UmdoTUNJWUZBQ080bE9CU3BRZ3N0VXFINnZMMzF2OTg0NDl6Q0hIdXZOZGVWQ2ZaNzdNeDUxckg1dUYrZmxDUHZVUTNpZDVheWVjSUhRVzJtVUszNFlGWEFIMmNielBmYXhlVVJoNk9rQmtmVzBmdTc4aW9ka2F2RTBYODRGblN6L2hHREU2djRQajBmWkk2TlFWbHBPeFltVDA3aVRNTEJjWDkrY0pwT1Y1OXFFd2tsQkN6UGxmNWFvK0Y1WldPVE9GZlozaEZJaGtQWHlhK29lYmpRZWh1YjBiaVpRb2ZTVjdod2hTbU52bExrUFZjWE9NR3BGVlJjTmVsT0xCc1VCRS9OSXNpNDM5M1FNSkRsdWxUN2gzcllYdkRMQWduTlk1Y29tMU9Ha1JuamFwclQyMWhLNzVpZVdrWVZJam1DZUxhRUtHczZpWXYwaS9IQkgzMlRGTEFaSjMzQWF5bTQ2V3AxMTIzS2tHRXI3TG1FWWdWQWZrWjhXaVJscGFkUDFKaStreWVCVVVqTCtocTZZNVdObUQ4T3pTZWIyRTBONXY1VlgyK3ZmKzRidWs5bWs3VW0xZzlIbURyYTVRQmNyQlRVbUh0L0hWdE5CSDU2RFhhdUx1STF2bUR3Qi9SeDBMVlRCckxheURXbFFlcFVKRDVzTjQrS3JZZjFoNkZpb1lENFU4eUF5SWFnbER6SUQ2V1lUakd2WkgzNlkycC8wTUd6cGN4enZ5NWZFWlFVUWZhdldDU3IyRGxHdmM3OEJFVW5GN1BZc2RhSkNmVmE5MlJYcnZCVjZrbmJYNGg5ZS9FUUx6eCtiQis4ZWpIWlh6RnZNaDgxMHZFZktzdWJhb2pTZ3FFQ2dIMUhVWDJvSndERzFYcjdXVVMxZkNLeDNpQkF5TGRjdys0T1JkNWZQK2VCVWllR05iaCtLeS9ERnZaM3ZLRXlOTjJ5WDYrQTBROU93bUdmMzZKMEU0VTZsODk4em5idm1hQitUR25SaWRBU3FhTWtaaWIwS05xeXNKUGQ4NytJdmJVYzIzSm9pZE02Sm1weHVFRTVEVWJBbzI3MW1qM2tGSDIzUTRFdzhmdDVsVGU2Qm8zelB2dG9WNXNqUG4zc3lXV3lFQkI2dFQ4aFJQRlVtaWlNL2RlRE41VmJieFc0UHM4M1dkNWNxYUM4bStqaGxxYkFVRWhqdC8veHYrNG9mSGdnQjk4RXhtbVlQdzJjalJ5RDJyb3JnNUJnTUJNSUpIT0h6WkdqVG1KWlN6ODNacHNDek9seWVnMUR6SW1rYzh6RzdTSFpIUE54NFZlWmF2dlhmYVU2RnYrUC8vTC8zZjhCajZGaE5ueHgwYzJkb25nbjBZZU1DSzluVmVyaXNjZHM3YWl3RmlaVHlmN2pmTlN5QVlDaS9WTi8xb0FrRnlOZGpabi9Wek1DK1U1bk1DNnlxeVAvc0kvaVFoTnZCOW4yZVRiQUVvYUNUeHd4UkY3T3lXL2xEa3VHWm1ldlh5alkrZU4vTGdBMHhsZ0czOS9jcE5UZ1FwNVE3Wi9PYjBNakloMmtMRkxIVDZsNmZ6TjFVQ2s3RXVQKzZ0NXZzRnRMR21zOGpUSEtac1BEVzNaaE5URktZK3RpNW56dW9kdXFZd0JFODg1K3laYm1nUnBmVEJvaExmM1lMdU1aMFY4ZnVxazkzSnVKaE94amYrTDBPNlI0dzYwU2pOdm9KWWJiK1hUc1REcm90KzU2SDF3aUpTUmxuOVZObmpOUUtkNldtd1NmNTdOeGE2VmxEem5qWHpvS25OSjQ3ZWR5YW5nUEpycHAvR216YU85RVpocUdRaFo1M0c5WlhSKzJGb2x6NmhrSFRHeWpWRUpESU1obHc2ZlZiSzV1QXdPQnYvelpud2RGdlBiK2U1OHQ5M2tCanJIOFdPdFk5YUtCNXBsRjRYcERHMHQrUmE0WHFjSFVZWGREOGZXWEE1aHN5blc3Z3QrTk94bGNEcUpCdVpsUXhVWDErVXZGVG1xdENvVCtzR3Q3MU82cTRTUTVmL3gvc1JkMnpBazNOcjF4azRpMTQ1cWZnREptT1BiTFNVcHpmNWFDQ3BoRnZ3RFpEa1o2aEZxRHdBMDRUZG9iWXAxdjI4UmFoOE1pOFhWaFJYRjAzTkwxTTFCODhtMmZiSTh0UUQ1Ty92Ry9NOGlCMmJRNEdIeXc4aDkrakxJYzhQSHhZbGhSRkxnVGNmSVFhYld4R3VRSDAwUkFBYk1GdGlpTGxhU1FQTTNhTkRwc1gwSDdJUXpucGZ6Vlh2MVJPQTRMaFhRbXIvcTRxUnZwbUFCTnBQeTNHUTAzb0JVMEh6OXJzb0QwUXZUdzgzUmZORXBQZTQxYVVaK0plZS9TUzFTR2hVUWxTa1RNaUlaM2dyaGVCR0JhL3ZjdjUwNFlYWmRhZWE3TXloV2ZsS1B2VVRCRW8yZEl5cGZQc2Frb0dZRTgrY3Q2MlozeGh1UkU3dnBsWWtBZGNEYTNhZDZ2aFZJb0thQTRXZE93VUN4R29WNFR4MWVSUldvNkZSd3JuWVQwek9HTVBSWnFMd0pPcDEyTXh3NlZLU1FQQkVGVUhOQlo2OU50Z2Fmd1J4Y3BmVDRzVXA1WEpzOEFtRTEwT1AyRmhVRTNnNVNURGd3b3NvVUxmYkxqVndrOTlmWWt6anErLzJlZXE4YVpPZFBhNTU3ZG1EZE95bmx6dFdCZ0pTMkMrK1lWMkk0K2xNYnZGbm9hQmUrMzVIZFU1dkNoSi9qOC9ZNFJXRFhoTElrUCt2YTRveVJHeHJlSG1NL0Vkb2xIdkhPMHVHMmQ1SkJCS0dkVTdhMzh0dHBoMEtXUDVCNDcrY2xFSFpFT3JYRGpMLzg3VHA0aTRLU2RtVEVnNDQyN0taVkpDKy9ZOWlFNW1oY01nK1Y5MVdRTUdHaklrY3NtTHVVbW5tU2VrQkc5dDFwUm5VemprdXhTZEpjbkhQbU1xREZXMUI1emlLdm5qaUxyem1mTjV3SlNBSVRuTGplZmNvRVFxV2Q2U1daUVBBOGlWRUlTenpLMWFsNnZnendCZDdLWS84ZDYrWm9acVpmVWtNZ2E0U2pqZ1pCcjkyOFhFWmRZMlAwTkZDOXk2Q1VhUVdkRFFnZkE4WnZQWjRNczVJZDBvbTBNdlhDV1RGd0szVGJIOTVqTkowbUZnOXZTZnVYRVJyeE1QN0s3UGM5Uklqd3djOHhFRE43TVVrNlIwb2NGeU82L25GOEUzNzY5bEJmbUtNRjJxbVhlbVdRTGR1QXhWajR5Q2tHQ2p1cWxtdDU2UzY0cGxVMWc0Y1d6dGV2aVZLUUV4NjZNMU1ES0p2MzNlc1R3N3VaTGp5WkxHcHFTa2NIQTRCTGxlVFMxZTBOWjAraUtWZWFvTnhrb0tDU2pIbit2dFFBemxLM1ZyUkFaUE5rWFJ6MGo4dXREVWxLQzdNREg5RGREMUplQThNeEl2L2tkZDBZY2c5ckdnYVQ3ZGdKZmNFS2MrL2V2TjRWRzZaWDQrQjJsN1czM2NIRWk4L1phdGV4cDFFdHlHMHZzcm1DeFgyQ2NkbXdHMnE5Y2VOc3g2RHhRWnJmSEZFeEdtWEp1eWRPS2hTUlNDMFhxVEJlTXhwMEJmNVQ5eUxhNGtTaDg1dkdGLy9qdkI1QmFSM3cvSDRCNlpkTzQzMkxXSkxYNzNLR2k3aFRFUHBGZUdVK3U0aDE4VUcvOGF3NUxOa3NDeU5qTHpINGo2NVlxMkV4Q29UQ24xbmtZbm1BcWpzL0s4VGp1eWhQQUlYZ0xTbm5KWU9oMVVDZWpOZDZ3WUVJR0hCN3FDLzN4Znk5NWxNR1lpV01uL3l1UktoU2NPeTN5eXovL3dTNFNJbzlNT0RqTHZrQ0tudGd6TlBjK2pxS1FESWt4RHdYS29xUjdwZkw5WGRQcXRoeEw0MVVINS9PeDVXNUtzYk5paGozMDNzc3FJaU1Xb3UxOThHMG91RUFuWnB1cDR3Znkzb0VuTHFTTmhyUzBPV3ArVTMwK3FVdlVnYzh0OXUwZjl0MGc3WUJIM0hFbEdobEJiaU9kUWE5ZWRZaDFjTEVmbGJNNUdmajZWUC9nMERKN1VvWGFFc3VIbzAxVjF2TGN6bUtldVFaREdrUFczZGNBazZmd1VNZ21XSkozUkR6dERkdCtSQlUwa3ZiREFxYWF1N1E3dUk2SExQazdSaFdFRjlER25VR1FKWm1DTTZsM256bzVXQXlNVzZlRm0yUFV4QVdoeWxBY01qK1c3cGkwVENhYm52eSs0bVc2U1YwTnUvTGVQakh2TjE2THpva2p3ZmROSHNwMUhZLzNrUzB4NkVjdDQrVEJacUg3cmZsMW9DUDZPQ2JOVElMSGwxRXFxQUNneWR1d1ZYRFVSVmNMTlVqODlXTXE1R3l5ditFOEY1YVlvNzcyQ1VMY2R2SzNHdjNwdEJtNzZFemRydi81ajV0NVcxM1hoZkdEUEcweldxbFZKVjRSQmhJNkg5M3pOYmFycEFQam0xVnhQYzYrWDVjRmhvQ2tWMGZiN0w4MDkwbVFUdS8yNk1JMHVxNUpScDZDbWpvZEo0YzVmeWVjNU9Od3BOVnBqa01PY3VJWUtzZW96Nmk3OEFVWFJMTUNhYUYwZFZGZnhZcStGSS9MdW02K0JJQmNCSHJIbmlqQ3AwVVdtaFRRVWkrRjVmNUxyTlJXaDVHSjZqTEVXY2E0TEUvZTlLendRdTQyMldlWlAzTWpKdXRZRWg4SWlKalhKWGVaMHBicUYxT05pTlJHbTVIRXJ0NmR1U29BdXBFWXBZdExDTGFaTlFFSnRSR0diWUdva2lndEhYWE03aUJydlUzdC9pbWtGK0JlSFgvK21vaVVRM1hlNG5PeDRLSFJEbG9OOGlCdVd5MDdubDNjSzJ5MFd0QWRMQmhjNGFLcUQ3V1J6U3NNZlIzcVF6T21rZE5VUVdCR2IzZVgzaEJpd3VuSUVqdVd1c280TVdTbktaQ2VwelV6Slp5L09iNjU2M1pmaitma3ZlNWZQaktadkx2SGlLTzUzK01jQ2dFNjNkUW8vN2Z0Zm4ycTBoTG5QOVZEYnZ4akpBKzh4bTRWbFVWVklrUjJjcDdTTG1OWE4zNmE2ZmNzRVRuOWpHeW1QclB1R3RWY2RBL0JZZy9iWlkwRk13RTJTRCs0YmxmZVBXNHBBT3JKcm4yWUd5RTZXWGhpQ3hMa2Vac1FSU1d3djM3SGtvaFk1OHBjRzdoS1pOZHYzOFFIOWNLSiszVlgzMW9EVm4zYW9aSG5iN1p2SCtLZVJFSTZ1UUMyN0UyV2NrYSswdEM0T2p5OENTZWFIbmhJNCtOTnQvMU1uQUFXQkhZNm9xMzY2dGtxMWFYZ21iMklNcVBpTkJvUG9mR1RBZXdLVk92NUh3SjJRejZNR0FBcUhmSDUvRWpXdWc3UW5ISXJncWpsYXhsOUtQWmhiSmo1YWJlTEt3SnJNTlB3MytldHVIWTdOcmtyOSsxR2ZxODkxdlVWd1ZGMnU0NUozRnIzS2JjKzNsNXFaV1Rzbk1iUTh4MFRjT0pHSWxQQTNybFI5UFY2WW9va0FvQzlCNzJpaFpKTHpyZTUxenp3QUxqcWlRTnJHYmttNlVKWklnaWUwVnEydE0vS2FyQi9LRGVkblNyUGwwMWRnSlB3OGNMZ01FNFR1cXZQN203dWoraUxRT3gwcXJWSzZDdVNHSHpJVVUxV0dEZmI3RG1mYzdFbEx2SC95dktnZmV3N1JRdHdXbVNYVkE2dEw1SUVUWm1SRkl5TTBLOCtsOUZEbTNZSWpiazFvOVpvcWMxOHdESVJaWHk3K2IyNnNXQ0lRSmF2bHptRDkvdGJIZC9FNFZLSVR6MFdLRFJQNnpoejV2VW9RdVN5UFdIMERLZWp5RXl1d3BmQ29iOVBpN3JWVVh5VVFvMlpSQUFNNUhMck53QTQ0K0JtZ1RWQi9rVGVBNUZFVUFkU01zaExsSnEvWEpGWVJMc2w4VFR6SC9FaUp6Y3huY0MvN09ucXU4ZGZPUlNVZmJIUlpuK0IrR2J1UXZ3SG5iWExjSGNDSHRVZGxaTWpjaU9QM0ZyRHBDN09yOE1kUStXMDJzMFFjdXFrN250K1M2a0RaMy81ZjZvd3pxSGQrcHhMbVFBUkt4MDl4L0VZenFvaDlEdzMraVkxSlVDV3VQMTlFVmJ0eU9YcW92N0tzZW4vbC8rdi8zLy9tdjcyNzYvSlZlY1NlcWRWdnlyRWxDNjkxNkNtQjY3RzArb1Fsam9Nb1lpTUhUNHZ2eVJXZWVpaU9RZFBUdE5uektZOWhvVGp2NmI5L1huQWVyL1dzSEVjSUdMK2RzdXNUb1JzUWFqWmF5YndpWjN2VC9jZEVRRDdxUnhuWG8rUUg0a0hOT3Bsejg5MTZGelFuZHltUUdCdCsyMjhZdkpuUEtzU2RwRFN1NTlLRWhkMVZJcVVRdFErUERaRUFWSWpoVUk4d1V3YnV5MUorZE5UV1NNNHJHMml0bVNKeU5BMnJ0NFhnanpWRFdQeG54SW1zZFh2SkkrUlV4UUlJSEdMODgvNTA0d1pOZnRnSHAwdnNUYkMxM2FKZWNUN3N6Zlp5cXJJTkMra3FjMTNUa2RYME0xcFExTmlGS2RSaXVtNGgzV0JEb3pQckorL1paRTFEdGhOd0xEY1FDYnlTcStLa1hGTzdNU29OWVJjMjRkOUtoaHJtTFVvczZQU0lINEdLSE5uODlTeCtGWWk1UUFGK0FKUG1mUW1jVjI0TTV4NCtoWnZVMmYzVlIxY3hUK3cwTUd4Z0FOTjhjQzBSZ0RKUndKb0t1dDk3K1ZlRlYzTytGQy9tWEpmbG9yMy9NVUpZdVdwZ3ZxSm1FOWo5N3MwTVp2TWlYakt5Y21uSU83dUE2WDVyZjVRM0RGa3JXNVgzakNzK2FOZVRFZ0ZGUlNCdUp1aDNsd1lDK0QzWnpMNnovOVpOaENpVTBuL3lTaTNUSTNjUE8zZi9aOThMQnNDR3FDSTFteXVNWmcxOWUrOVN5RlRtQUJwVzZSOGU5eU10R3FJY0JHZ1pLZzR5R2RhVm1LZmZJWFRzZ2JWMTYzZFZXRHF3TkpweWthNnFwMnFCVWw2Wk1BcFYvRTNTbGVSQ09KV2hpRlFFUWhEc3pCWnJlUWlBakFVQVAySWtsSENSM292K2o5UVN3TUVGQUFBQUFnQTRYc2VXYStGVlplQkFnQUFUQVVBQUE4QUFBQnRiWEJoWjJVdmNHRm5aUzVpYVc2TmxOMUxVMkVjeDMrL1oyZHJZMnNVV2pjdG1DQkVrRlFYRlpTZzJJeXkwQ1ZaU2Q0RTdTMWl6cmY1RHN1WHpXazZrYVVYMXRaMDVsSjNOa2pMbElaMDBYV1hYWGF4ODdJNy80QXVlamFQeExaemNXNE9CejZjei9jNTMvUGxZUGFuUDRUa2JLVzJMaGZieWIxZnFia0tEZE1BY0RzSTRMVFFDelJPMGJ1N3RmZHFtL0MrdFZuVFlyVmFIMXBiRzE5MFArK0hSL2dZbjJJN1B2TUR4RHNDQUJmZFo5QkJxaGxWQkVGck0yQ0YyaEw4MFhhYU9qeHRnQzVaTWo4RTJKa25VVXJzbE9ndHdmb0xUeWo1ZFJtd1M1WjRiZ0QyeUpKVGRZQjlzaVI5QjdCZmxsaWJBUWRseVNFOTlmQXhjUlk5RXdRY2xTV0g4NEEyY280aE1WU3RJS2pKaVRYVXhsRzNpcUJCWEVQeUVSa2tjV1E0TmlMTXBmbmtXbTRqVG9zR2c5NUk3TTRLZFZXMXFkcjB2M3RBT3pFeGlDU0JxazhGM3hacU4xRzNVZkJ0U2I1TlpJVDFGSi9lNWxkOS9NNE1OeDBWeDc4ZkplVGRXcHZPWVVDanh1M3A3dlVPVk9nck5WVm1vOWxvQ1Y2NWZwT20vR2tBZENwTEViK211TXlFdUQ3QlRTM0lwTGhvQ2hrYUtVc3d6d0s2eVhrR1h6T0VSVlhxT0NKZEdwRkdKaGNJQ09GRWU4dURGdTgxUGhIaklqTUZ1VjNYYVNBblNVRnRaSXlNSmZpMzRSVlZINWdBUFFyVmZQaExidG5QTFdlNDhSRC9OczNQc3BLNnEwU2RxSEhsMjc4RTJLMVVYZER4SHdMODUwUjJkNDdmbmVTM2x5UjdUNG05OWZkTGFxKy9CZGlyME03Rko0VDVvb1BUOTVEc2ZiSjJYeE9nVjZGZFpKUEMvbmhSMS8xbFVsdSs2M2JBQWNYU2pNakd1RkJLWFBkemJ4YXplL0hzM3NMUmIwYktHQ3dyM1owdjNRVTRwSFFxdmpCZG96RDJUVXp0YzZIRmd0ZXBHeTdkeVpnalg4Z2s0SWpTai9uT0owU1QwdGJabU1BdVNlcFIyWjBjaEFIK0FWQkxBd1FVQUFBQUNBRGhleDVaN2MvMnJtd0pBQUNhWXdBQURRQUFBSEJoWjJVdmNHRm5aUzU0Yld6dG5WdHoyOFlWeDkvN0tURElzMERzNHNxeHFJeEpXWTFuckVZTkZjZk9HMEpCRXNZa3dTRWh4K3FUcDNiaVR0UEdiY1pOSDl4Y25McGpUMllzZVNiWHhoTjlHcE9TdmtYM0FoQVhMbTRrU0RvTnBMRUhXR0RQN3A3ZC8yOFBGZ3Q3OWZWYm5UWjMwK3dQTEx0YjQ0RWc4cHpaYmRrN1ZuZXZ4cis5dmJHaTg2K3ZyVzRaZXlaM2ViM0dTeUwrQVNLNmJmdXdaOVo0ZklYbmZtZDAwUEg1bysvT1AvdHFCZkRjdTdiZFFkWjQ3dmNIVnV2R3BqRzRVZU5GbnRyWjZ0dTl3ZHJxTzlhT3M4OWRyZkZRbEhXK3NyYjZobW50N1RzNEJjaXlpRk1hMThpWkNHV2VxeE56VzlnTXZuSWRYOUdnU0M1QS8wS3oxYmZiYlpKUEZCUlZVM1RGVDc3dUp1T1VTcUFxVjR4RCs4QkJOV2oyakJacU9MNU5JdWF1VHFUUWUvRTVxWFRUYkRsMi8yTGIydXVTdWhMVG5yME5xOTNlc1BzZHcwR3BXMzJyNnpSTjU2REhiVmlPWXpmM1RkTWhqWHJEUDd6cUg5YU4xbzI5dm4zUTNTR254RjJvcVFBMW1Yb0tuVlExbm51N2E2SERUb2ZucnBpN3pxYlIzN053UitJT3NudkIwN2R3cG1CQzNVYlY2QVJTVUMyMzk4ME83V2taWnpHczdudjIrOWkzM0tYZFhkUldja2g3KzlKTzMzaWZkN00wN0xiZEoxNGFXNkVaY0pyc205NDJiMFdUbXZ0R3ovVFRLaVFSZVpZazQ1b0FVZkpHMitabXcrNTJpYzl4eVgyak85aEZEZzZNSmpFOGxFTGpxQ29KVXN4UVVuVW82Sm9TSFU2VlFCR2tRclE3bzhNNjFORlhySzU3R3oxK1oxd1o0cHUzY0pkNlE0cDM3MjhZUFh4T3JubHAyS2piN0tiZHRuWlFPZFRMdnNOSlhiZlJ1RUlONExHQjEzWjNaUVgvb3I0emQ5RTVFaXNka3E1Qjc5Q3RYeVhRS0ZTcWVkTnNyeHVPZ1JwNzBEUDcxR3Z1bVBhdi9kYTBPNmJUdDh6QitQaVFhN1R0Z2JsRDNiRnAzelMzN2JWVjR2WVZGVGxXbDBIVTc4VHRBQWlTTGxVbjNPNVphQnowQTZiVUtxUC9pSjBWU1JNQW5PaStpeVNYQUhXZ1ZxUDU2aVFmcW9DQytqNmFzVUY2UnhKVVNaOG9jRDJod01xNHdoWFBNLzRoY1JoeGVOTTViSnRqWHRSTkpNQXRoN3Ztc2U0NlJSdTZkS203NDE0QUtoUlVuVnhUWlVYUUNNUUNjdUEyMnVZdG14aXU4YWhlMi90b2hIYk53Y0NyR1NrNExDdGw3ckxTRkxhYlNsbk5WVllyUmVscVNsbE5xNm9saWtxcnlnSXNRRlFBRkNJcVNVTTFtK2hjZDY0U05VR2R0NmpBTDFKVWNFWlJRU0NvYkNIb3pKSHA1Y2IxOUswQU1aOFZMM2RZbGJGMVdXR2JJYXBVQkZXRDdLbU9uYXNSbTJzOUlkZk1rcFFVOUtnQkl0T1pMMHdKcTVGZVZoQ2RFblZKRkpkQm1NVUVrWW5DaEFzSUluK2R3b3lWVkl6TDJSTmR2S1RZWnRJa3hjNlZKcW1ZS2k5T1VpcnR6MWtGVlV6NG1DaW9HUHFVZ3BxZm9OaXhSVjQ5TWEya3lZbVpLVTFON1BvdVVFeVNXTXo4cE0xZlRncDZVaXZucDRYS0tXWjg1dFRUTkhLYVJrMUxGNU1LaXBCU2RmNVNVdlh5R1d6UlVpb20xcHNxMUpzcTBsdCtvRmNGaGN4TmNBR0xHcnBVUGpzdFdsQXBxeG9aQlRYVmNzUlVxeEZMWDR6UUlDeENUdk5maXRCMHRaeWYySEtTNTdWR21CenBaVndpWkJ2SnUwTDRmL1Q0NVMvTXN4V3BWWXRRNVB6WE1uUVJsQlBjZkJSWlBud1ZJaVZkTEdhbFhmU2pSY1BxWHQ0eGpSZ2xBVlExU1EzTFNaVUVDZjBFUkpWbiswOXVOYVVPZjd4UmhnNTdVVFIyRlRwVS9meXA3NlV6NjR4WlVDWlI0VDAxTVE0V0k3Q1NRTVM3bWlKVWRiWjcwYjBBcUZxU2kzSEo5YmJkdXNIaEkxb2YzOHVNTm5wTnBEK2tySDJqYjdRY2hJTEwxM0EyYnNQb1dPM0RHajg4T1RyNytmajg0UWZuTC83T2MwM3JEM2dBb3FwNlk1SG5YS092K2NhMmtLMjl2dEhiOTR5UmpWazFIZzJnWmc4N2NPd1M2ck5lajl1aU56YXUwVG83UGU5d2VQVDU2Y2ZQUjgvK2MvNzE0OVdLMDBNdDcrRy9hTTdLdU9uanBCRGIzaU5uN3ZpOWtCZHhJSW80MUJlcTZ2YUZRdnVDU3BWdWFjc1dkQUJRRmRTcVJHNVdNeGhoQngydWFQMGhBL3dIZ1VBdFliQ0FpKzdzS0FBOVhEeUVFdDJnVjJkV29SRmZJQ0Vta0FXZ3VUUlZvaVo5Y2tZYWtPZ0dqejkrVFlEZkFtWk5TTlhscWdBVWxkWkVpOWFra2RyODlZU2kvWGFFZWpONVNNVFpZdmVweUg2dVMrN09KTi9YRStyUVlKYTRudXJGdVA3TXFZMkx6T0xycVUxcXBONnh6cFpSM2dtY09NbmJRbnE1ZzdlcDJvUHgxTzdQeHlTWThPOGxNU2FadmNtR3prRjRPNmdlM2c0cVI3ZUQ0amtndkIzVUpaWmJEOVkwRDRQVFBMSnV0ZUxtZVYwWDNGbkhuNHBrdDl2OGlSNHFxcUFyTWN0RDlMazgvM1FQMHFkN2IwcHFlYUZzdHVrZFJtTnRlWGx4ZFVJSW9FaVR2b2R5eFBjb0NKUTlEVTM0SHFJeHJvZDBQSE1nTUc2ODVEVmVFdkZ2cFBINWdnT1pGUnk0ZGhPQ0F6QkZjSEQ2NUhqMC9OdlJ2MitQdnZ0bytPY3Z6dTc4VE1PRi9JRkNlRC9ndGgxSUlaMFdDaVdBZUFFQUZFNEFHZjFSMFIvOUFvRGliS0VGbS8xWlF3cFgyYXhvSUQ2Z3lHeENucGlCUUx3aGRrTUtNQkhma0J5UFpCbUJIcVEvNFY0czBkVVEwYlVvME5VbzBMVlVuc3NMNUxuN0tGcnl2T1Q1cThEenN4K09oeWQzejU3Y0hmN3BrN254WEpuZ09VUXNoek0rR3BiOEx2bE5kejJNdjhsRFl5d1IzMUFSWEZvRUVSSWd0NnhvZ2hoRGJyb2ZOeis0RlNCbFJ6ZGVCTXVCYnZCS2tsclVKOTBNZE4vTitPT0RzSElDYmdaQWtCUGQvRW9nV3B3M21NL3YzVHQ5OFBUNm0xZmV2S21Nbmo0YWZ2N1JERWlHVVNTRGZCL2hGTXhlVjRhenNEZkJoTHRxUGlVelo4czlLM0ZKUjVFelBLTEhLVVV6V0FzaEdFWVFyRVVKREZNSkRMTVNtRVlIY2ZTVlpVR0wvZlpubW5jZXZ6cjI2bkk4ZGhWUktKbWJ4TnpSZysvUEgzNDRmSGd5dkhOLzlJL25vNzhlRmNwY2Fabk1GY0ZNdkkzSlhySjI4YXlWczdJV3lLd0g1bEMwaTcrV2plRXQyZDFmRWplVnVGVnQvR1k1QnJ1cVVJMWRraWpKUzhsTGFEdjY4dDdvbTZjdmYveDQ5T01IbzIvL1dTaDhsV1hDMTFYaUxBQk9NRkZDZVBFUVZoY0RZWGRQWFluZ0VzSHpSdkR3OGQzVHY0V0NYeFFMRjRwZ3JVUndpZURpRUt4blJMQW1NK2dRUnJDVWdHRHlKVkVKNFZRSUsya1Fsa29JcDcrT08zcDIrdUxPSE5aN3EwdGtyeWZBR2RpYlpLSms3OExaQ3pPL2NaTVQxM3ZWK1BWZS9NRlpTZDMwZDIwd1ljRlhLeGQ4MDNCN2NuYjBhSGovK096Smg4Ty9mUHJ5cDhjdmYvcUUvbU91UmRJWEx2VnRXK2lmeXNzZjljWmtMNm03ZU9wbWZjdW1hK05kVWJFUnJ4Njd6d0YvV0ZpU041VzhDSzZUVGc3U1Y1YktYUTZwdXh4dVB4aWUzRDM5NDMvUGpsOE03Mzg2QTNUbENlZ3U4M1dicDhBWndKdGtvb1R2NHVHYitiWGIxRnNjNkdlb0pYckxUUTV6ZmRYMnI5dW5Yenh6OS8wZVBUbzltdVU5MnlSMWwvcWVyZHprOEV1bUxmbWZLZForOHo5UVN3TUVGQUFBQUFnQTRYc2VXV3dkRENQWEFRQUFKQVlBQUJVQUFBQnlaV3h6TDNCaFoyVmZabTl5YldGMGN5NTRiV3lsbE4xS3d6QVV4KzhGM3lIRWEyM3EyblJDcXVpa0lBaktOajl1eTVadXdiUWRzNHJ6M2dmdzJuZlFCeEI5RzBIZndwT3U2MGRZeHNUMHBqbms5OC81eW1FSEQ3RkU5M3g2SzlMRXgvWU93WWduZzNRb2twR1BML3JCZGhzZjdHOXVzQ0NkeG1FR2Z3Z1c2NlF5bmQ0V3U4cUNUcTVCZzNvWVhmcDRLNEkxSUlSZ3kzRFFhMVVIbzJqRlFRb0grMk1lODl3R2hqb1hSZVlMU0pQYmhhMUlNaCtYRjdlSStqRHE4Z2oycTV4MXFVR0xMclFjVjMzcmFGSE5MNXNzTkFnSkk5Y3BRV1kxTXMwQ0lXVVFaNDNNSzF2aElpUytQNXR3SC9kU0tZWVk1ZkRKOGR4N2F6bEViU05FaVJGcW15SFBCSG1PRVlKT3FFTFdnbVNuSXVGNjBNcFdxRUxHcjdnWWpiTzhMeFE4ajFqem95TG9Ya1ZBRmJ2cFhUSnZkMmM5ZkxmQ1d6VUNFbWtnM0wyR2k5V0ZnS3RUblhEaTQ5eTZsZ051dStIQW4rV1lwV1dVZGNiaFZNK3dzaFVCUTRmM3hDUFVEZUlJd2xqSW1ZKy9QbCsvUDk1K1hwNSszcCsxUGk5QnJ3UlZneThsVWZFQ3RvcUhhRkt5U3lVb1VpK2JTVDZ2OWo4MHFWTnF0dGZYMUNZT1BOQm03dGlSVEFjM2VqSnpZeEVLdEU5dm9pcWcwZ0o1T1pSaXBFWnYwODhhUWQzbFJIMU02TGV5ODNERXp5WVpUUFc2cXJJaTFROHRvcFpkbTFITWFpRHdEQmNUL3hkUVN3TUVGQUFBQUFnQTRYc2VXU1R3Mi9nNkFBQUFPZ0FBQUJJQUFBQnlaV3h6TDNCaFoyVmZjbVZzY3k1NGJXeXpzYS9JelZFb1N5MHF6c3pQczFVeTFETlFVa2pOUzg1UHljeEx0MVVxTFVuVHRWQ3l0K1Bsc2dsS3pVa3NBYW9wenNnc0tOWUhpZ0FBVUVzREJCUUFBQUFJQU9GN0hsa0VuamNJTFFRQUFOZzdBQUFKQUFBQWRHaGxiV1V1ZUcxczdWdk5icHRBRUw1WDZqc2dlbWtQS1dEd1R5VGNLRWxqS1ZKU3BiSFZuaGRZN0ZVd2F3RnVrdDc3QUQzM1dxbTM5Z0dxOW0waU5XL1IzUVdNSGJPRS9OZ205dnFFWjcrZDJabjVkbWVYSDNQbll1aEpuMkFRSXV5M1plMjFLa3ZRdDdHRC9INWJIa2Z1Vmt2ZWVmUDhtZGtid0NFTXlaVkVmdkUvNlIwWXdyWjg0QVRnWEpZT1hCZmFVVnNtQ2s0QjhpMTh6cTRQMzdabFE1V1RqbG5uZmV6aElOR3c2L2VoRjBQMWFTUkRNMkRYWmdaM2JSdjZrZGFXWDlSaHkzQmRPWkhvUkdMYlRXaXBxYVJHTWZhMmsyR2FSR0pZd0hFbUdJTklvTnRvMVBWVXNrMGtydDZxYjA4d0RTcHBBYWlCVk5JaUVsVUZidDFJSlhVaWFWaE53MnFtRWsybHhoeTdhZG15TXUyNmt2aytGNUU0Z0xOQm5ZOGV3eCtEVVl5KzBjQWF1d013Z2gwY0RFRWt2UjhqKyt3WWhHZHRlVXU3cVdiU280TThMK25RdXh3UjYxM3NJWWNIejdJaVpkNFE2cENZZmFEUlNuNHpqcy8wVlRKN1BNZ1I4bUVoWW9MNkNGRi9FRkhMT3RkaXBwSVlMdXZpUTkyTVhVMnRjbU5SNkttcFRDVnp4YmxlYVc1cnhXRSt4V09mcmxnVWFpeU9Cc2duNjF1RHJHL1FuUVJEbm1GSFRaQmorZVRRUk1hVGRwSHhUS1hJK0RvWCsyb1VCTEV2dUJHRWFyTkNwSnIxRUtrdTcrWEdwcHJWd1phYUZrTFYwZ3hIem8yTnJzT21XNFBiVmFQQWRBMW8zYzZXRXhCRk1QRFprYnNtenBKM1l4YzM5V0pxSjgxUEpmZ2xtTDhQUmhUSjVsZjVLYmpBS2JWQmUvWkh6WFdKWTVUSXRjajFQRnJrdXRLNUxsRkFGNWJyNlcwVWYwdkk0QWUrc3hzRStGenFvcytRbnROWnAvcG1WWDlUNFQzTU1mZFJZSHV3M0lPZVEzOEFBeFR4NXZtS1Q0bXdYczFUNGpLZkc5UzBqVmpJbnZBdEJYRlhPVzBYQk9DcVhIc0NtRXBCM1RIM3hwYTFIalZwSGU5Y1BoMldzZllOSllCWVp0SjJRUUN1eXJVbmdLa1UxQkt6UzJRNEVDKzVMZThsTno1anlIUWg0WGFJdm1hakl1Umg3UnU2ZWxUaVRDdllVaENjS3JGbGNiVkdVS0FnT0lJQ2xhTUFhZU52S3N3ZXZJalkyTU04dFpOVzNyRHVsM1ZUS1ZKYzJpcmI5T2tQM2ZTSndTeDRNQ3NoUjJ4R1piOGxPZmZrOHNzMDdnSDdyT1NyemZ6QlQ3WGNYRWVZZ1g1QWQyZlMzbG0vZzZKalROZEhjcUpJTDNJK0ZacGJyT0p2aGFpVjVFdWhxNzgvLy8zNWRmM3R5L1h2cjlMTHErOC9YbkUvRytwZ1A0cS9wRG9LYzFmUERDQ3hTL1pjVG12SjdOKzhPU0wzUUo5N2Z5OWZtL0dvMnRUYnRIRkl2d3h0dFkzeDlCN2F5R2FIdzhhRStaVGljN3huMWIzVUozTDcyRS9WNS9sQm05bHVnQ3dXWkNQb3d6QmtVN0ViWFhxUTl4RDZ0bDRhSjZGMzcyWXEvUEhIMjFpK2F6MDhRcmJVUWVHQUJvWlVtaDRheGxadUcyZmNNNEZuNkNKd2NiektZRTZoQnlLRS9YQ0FSdElKaUFZMDhUUGhVVGtqMktOcktRZ3VVMkNOQit5T2g4TnBYTDNCeVJQd1BEeU9VcHl1NXI4MmFuWThUSVpNanRpRlFTNGN5MHhrY2dtUW4rVmtjckRHUkp5SXlML2tpbGFlLzFCTEF3UVVBQUFBQ0FEaGV4NVpTTGpqdGwwckFBRDVLd0FBRFFBQUFIUm9kVzFpYm1GcGJDNXdibWUxZWdWVEhWM1E1bHd1QVlJSENSQTh1R3NndUFmWG9FR0R1N3U3aHVDdVFRSUVkM2QzZDRkd2NYZmZtM2UvMnRyOUFkdFZJMVZ6Wm5wbXp0UHlkSjh3QlRseEZNUVBpQUFBb0VoS2lDb0JBQWdWZXU2REFBUGR4eXcxZjRRZTN0cEthRGdBd0h1S2Z4dElVb244REFCSUFFbFJJV1hYOU9NTUgwZk0zWlRUOWo1VXRpOTE1R1QwMytYUG5pU1VqMkE1Ti9TbXlEa3pxTGs3S1lvMEIvaXVHRFh0SjFWWFp2Ylg0RklaYURnTDdNTHFRNkluTW9WVHJUTG94N0FMMlBrWlRQejZ1TDZQam9xbUhGTnFNRHVaMnVwLzdYeXFJS1BEUUNESDYyWFQyMzRNc1RTd05NQTNNT2dmMmIxRDI1L2xLYytjVENsZjF4MS81RFhqNCtOalptYkdqZFQ0YXVYcjE1a0VGcUdGZ3pQb2lnNzM2MHhtenRQWFk2WmsvYjBFQktUSWVEMlBNYlhkT2Y0cHhjM2djamlocGx0bXRpZUVqbzBid05IMWJES2Z0ZmhxMWJ0M3RQN2FVK2owQTVUODcyWjM3QUQ4RUZvbGJ6eUFQQXpvYU93bUNyNjZsL1NOem5ZQUZ1UlU1YmI1RkRzb3d6K0FMU0lGYlU4cVF1U0ZhOE5DTHh4dGVKS0dtZXJsVk9iUU43WjAwTEFVRGZTdWh6OEkra2MyNnBXKzYvRHo1Umxqalg1TzdZOGpNRjhid0cwTjc0d01NR2F2RUVKREdxTno0L0tWdk9FZktobXJaRW1TTnZqRlZuR25YTWd2TGVvOFE2S3VRdEc0VVlnRkNvb0hBWCtpbW5OYWlOK2txLzI1TUEwZi80aWdtbCtlYkJUTG5tdVgzbWZQUFJ4ZDVYLytYYUpYejkvTTJ2b2w2dlV1eXVmMTF1ZDFPdXNGQ3pXay9FbkJvZk0zNjRmaVpDeU9JeGhBZ3JWb0lKQThMbHg0Q0RnT2svNGs5Z2xoK1plSEc1QjkveGxXMHdkenlQZGl2SjRKQ3pRcFhnUUl6dGd3L3JueU13R1pWdWtsQ3NJRWJuQ0N5TlZSQUhRSGx1MFdKdWovd3d5akRxODJHVys3SE9NaDlyN2J0UEU2MUVRTk1iQkZnWHY1RUVHaTNna0FXSUlmamNJUUpQTG9NV09SU1E1MkhNY1NBa1dwaTZTVk1kS2RHNE5BTzVmUzdCcDVoajJtUUl1eTV2S1IyTnFyZGVBeW9SRVhJUVpwUHUxSHlHWWM4dkpqWk1saHFyZ3VNd1NxYkdDek80VHJwMmFGWHVjc2JXSEYzSXlwamsxNkVPWDhaME9YQmJEdFdqYThMOGJWR2FWZGgyOTRlYmlhcW4yVlpoSnNRM0VzT3VIMXAzVFlWVTNzOGtZdGJ4MGRnKzhXY1JLeWdZRGt3WXB5UGsxTzJQZnRkTVB5SkF4czZ3bGY2aVVTVEgrWnBrV2RHQjA2cytEbXZNN0FpYlcxdGJrNTUzRytXMlQ2bGZiWFJ6Qk9oTXFzNkRTWWFvOXlVdndpazFvNXJWQ3dyRTRhdTFUbHlmVmxSemRNRm90MG1Qd1E4YUxpL3FrK21YbTNnWDNEZ2ZIa1duU2Y3c2hUZi9hUG1yajFUSFI0WjgvWlNmUHBtc3U2Rjdra0tqMEJlWUxac0hxZS9vZ0tNcVd2dys1WWZrRUIydFFnY25keU1hNE1zR203WUYyUHhwREZ0dnV6MGpKUW5zc0Jzc0ppVG1nQUdET0RRblBVdGJSNFhVNVdpamdNTVZqZzlPRG1wZFhVMUQ3R0pDOXkrN0VBYkEzZVhadG5UL2VYSWMrbXFhN3ZvM3J0WEpXUmkzQzFtTlRTQ3ZXV1hOL0xEM2dPUXQva0dnTTE1TFRsY294RlZkVXJmbXZTVUxlOU8yZHd0N3BKSzNVZExVa2FuS0hzbVE0UVlueEdCVUFjZlI4ai9mSy9USFNhNmNoajVjakdTRlo4d0ZWUzlTY2lVcURKd2pBd3NoaVNsTkUzd0t6a1lzT0ZnbUplakplSUNzR2ZKTFJTK2IwWEZoQ2E2QjRtbWkreXRkVmJJUjFhZ1VnanFhY0JTQXJlVmhYR0lFZ1U3bTVoeDFodXVyb0QxR0JTeWJNSUI0MFVySU5SYWpBVkprYUQxR2FFL3BnV1UrZGIvMjFIWHdRRWNrb2gycjZhdFkwbWhKRHU3cy91a2JDa0E0Vm5jTnJwSnplaWFoNGYwMFdIV044aG9GZXRORFBrTXJOd2tnaVYyNXJKaGhnN3JMbmlLUkJMWExOeGQvczdIQUNrczRmVzh1a09QbTFMQ2RUYjdEK25OZDRMdG5TVlJsNDliL2Z1cVNDWFJiQ1pqTkZyTlZTOFduMG1VRldwcmE2KzdBcEN3bUhVd3QzU2tCbUlQU2tMSCtTWENvYUFnTWdkSUx0RXhrQUQrTDBXbmo0bVpHQ3E1d2FQcFFTNVlrV1BGVzNRVm5nS2hMVU5iYTZMZVpIQzBJbmI0NVF1Z1NRYUlJdkFmR0I3cTQzNFE2ZDNnenRNOU9QemNFOTREdnVuVDVYMG1scGFucWV0dC94UFo5MEJQQVFjWS9aQUxQM0k5UVJRU1B0Vy9jL2gyNkkxeG9IV1d0eG9WbUF3cDdESWYwM0hmM3VyQ2laenRuUGY5OHQwS2hhSk92ZGdNMGE2ekZEc2JMa3BzZ2h0enRzNDM4bGkzQjlacnJ6V0hHblRVMU1BVk1sb0p0L3lzWE9VUXRadTdoK1pleStzUS9PeW9ORmRNbG1TNHpMYjBnaXNkMFo2bDQrU21BZ2FrK3FxNEdLaHlxRTlZMUJpRU1tK3RYeTgybTY0dDYzbHlCc0xvM3hJS2NxajF5VVpCb2h4ckVsU2lGSWptcFhkRzhONmJxR1VFMWVnaXI1Lys3dzNBa2M4ZDFKZTRQbktENTRJVi9sN2FvUDB6MTU4ZTJXb1ErMjg0M0k1MFpLVFEvWEZwSkx6M0tIVFRURjNvTVQ1QjJUdnNReWVYVWZ1N2ZPR3NzUHVzZ0JaVEpmQlNsZVJuK0drMkFGMlU2dXJHVEtVMWRYVmFNVDh2TGJ2TEVubVQrVll2WmloWU44bS8vVEE3ZlBpK1RGbVlIdzhDL29zUW9Odk5zeHlNSDRkMFBseTFCNGZIVzFkY25zdzIyTGtpcmY3clBBQnpCeGdaMzl6dFBqMDlHVFEvek1oUGw2cmRJemRMb2xnNkxPeFFoOHdvcGZlbzE5cHlNb2w3Sm1JRnp4WnJBVnVLbXM5ZXdxdWtTYWttdjFaVkxjRForY2hwSHJrZWVzeTc1NjBwc2xSb1RWL2ZYSnlJa0hPNnB5bER4d2twL3RMS3Y1ZzNVTlpkR2RNaWJtVW5SVVJ1Vkk4Zy8zcUVaRVRwYzhyOUdCZkhaOFYxb2lsOUk2K0Nob0FQdVNxWTFNT1VIT0lVVDZXTjhraEYybUJlWFFmemwvVnIwSSswdkxQQnE4bzhKdFZIeTBGQ0NseGVkeFlxcXFxbXBnVWpCbzNMd1dKTU5Qazhyd3hpYmdnRVBxNHVwWWRBZytvZkFKUktwSWJoZm1hZ25QUDJRM2ZvbHRKMlZSLzZPN2haUmNWb0lGRnNEWDhFK2hYK3FXQ1JCQ1dYSmdJYTlWVkMxZXBFWTU3UEt0MTBSRm1ZK3lOM2VINWxWRFE3bGpHTkx2VnhwNzBkSTN0WjRJd1VXNXVibmJadzVPVE5zZjlxWVNUV01uZ1duczViU211Ti9QbVZiamFvM2xVdjBCNkdnUDJVSnM1VHlhVGlINU9KM25uNTN1aUZielZuemVMM0JHanh4NHNCMFBwRy8xSTBOZGh6bHVTVXpnSXFDVUNRQXF5ZjB0bzhud3hqWGZ4TXJZQk13ZzFQbGk1ekMrdWxITzR3UUtkU25NY2pSYUtqcFg3eTEwa1JFUWxHeFdWQlBKQjgxckk3dTR1QkFLVC9NbEMxZDM5d1E5c2c5WXdrRGVReS8xR0JHdlRHUjR2UmIrVmV4ZGVKcFdRVW9YVUtBeVFocEdrSmo4OGVRMFJHNUtBSWNjVkJENERnWUhKSVg0SWdwVkRKWEFDZ3ovb0xnNUlmcGkxZHJvaXdBVVlWM1BSMFNFSmlvaDBMMWFiYURQT3gxSklVNGVuOG5sQUVWTE54c3FxWkIwUGx2alpTWVBMU3d4djZkM2pDbGdlcFp0R1RFaW1SalY5enRqSjVVVkpuVXdlOWdFZUF2NWEwQmRYbHFBS1hzZGx4NFVqSjhKbkMxVVd6WHNOQnlzamw2VmM3bzVUeFVrR2YvOW5manU3dTB3YVZZYkk4eW1pZUFUNERwVnpRMUt1RnQxVk5pOXJIMkFtMURrZnlEYkJRQTRSenY1bHdFNGNSWEh1c0hJYTlSS1dhb0FwcGhqbUhya3NsVm0wZC92czZid1dyN0lwNDRjTjlrdy8rZ0NET01SaW9UeER0V2p4K0tCWnRFaWl5YXBLUGVRT3l0QlF5VGZ4Q01saWdubmxFNWt0TFZMVG9yT0JCaW9uZm1TZ09KdW8yVm9PQ2JCcERtMTM2anhoUGtqVThtTU9yMHlSVDJBTlh4aUNpcHZuUmkybG91MUFiMnkvZDZPZGdINm0yT0FMRGxqMmExcERxdTFkZVBuUEs0NmZDRVZYQ1N3MzFIeWV6R0dkZVpTMGI5NjhLWkRMR0JvYXlxRTJsMGtpSGZTSTVRWElpMTBCM0dTMDBGMFF5VFhOT0RqVW5iY0lMUWZZK3lYUHZhcjJxL3huUDVoa1VRMzMyQUtscFJLR294UWREZHVTVndwTHFXQzRDNUxoUkowM2dVR09PQXl1ZlVZelhkRENtZm9UTFJvbld5UHV4b05PbXA4TDIwekFicG5RUEFLaWRXR3IrZWFDOFU3NldzampreTh2SVdsWENyeGd1UWhIL1dvakc0SWdrMjZXWUM0WGdIOElIQ2tTelVBQ1JIc1JEMVA1L3RieE9uaVJLYllQLzdpb0M0OXU1WVlGRURBWW1PRS9PQUVERVRObHM1NGg2VHhSTU5LWU82UU9KRXlic0RDazFRNWlOZWFXU2x4T0J6UFErUG0xZ0xEOVliWmM3cW1jaTRFbGo1VmJXMXM3NHo4aCt3eGlpY0RjK2JVaUdOYlhwYVcrOXUxUUx0emp2UnA0SzdNWFB3cG1ZamdKUnB4aFMxLzZtckdya1g5b1diWk5CT25BdDJsVkxFZ0lSbnE1am9IS29vNTdQbkRKUEttLzNtcnFhWmtRdzdmbHhhWmhUMk0rZUJVcEQ3djB4T0FOZmdCd05Dc0VzOE5uYjJBdGpUNEw3d1E3bWtaRHd0Um1sYUhqZ1BBT25kcXNHQWh6WWlGd2dVN1pvZXZrRUxwdm5vbFZtdVBNbGc1K1lqMm1GdEdCeUhrNGJ6VXpoUGd2azgvOU1LSEx5cS9EaDBMdUZNck1YaEc4a1BKSzBvVHZFMDdQZCtmYmtaR1JWUEtaeUVIQ01STGtGTEgwVlllMGFzbnh6TzhRWUVoMld2ekdPZTlxKy9tL1dSU3ZtRzVlSUhTMDJDVzFiUzRhUnhFS1RsVi9ycndzYkd3aDc5d1I4cytIb0ZkY09TN3F5L0xwVkZRcE1oRS9VTnpNTkM2U3Q5YzVpUlFDaDZuYS9SRWNJaTRKNUFkQ0FKQ3dVT2V2M21qUkNja1ZkTXNlSWxTZk03d09lYnNmbllEMGpocnUySnJQbHh5d0cvZm56clpHR3dLaG11SWR3emU2VmxxOHZqd1h6Uk1TRW9hZ0VUUFMwMnZWbUU0V3R2K1Z1YURueUxQSFUxRVJ1TnNJNk92cmsrZS96eXN1UHF4YnRxYWpwYVZsWUJnZEhtWkxHMDFKU1JrWHVNMHQxa3I5RzNGOXdGMERHTG1aRmprd0ZvRjl1K3dCaFRjZXExTURvQVVYUnRsNDRsWUNXQWxlWTdncndWQkJuUldrUytNYTFVQkVXRmkrRXdpNGwvTFZPc1F4Z1Frc1FWUFl6SVNXaVBDWFl1Z2k5T0VMOWZmNEpQZ1dWS1ZLS2xDSG5CVDhXK3NNU3F0UERzQUVqNHQrWWhZanJ6bWpKb0g0QUdOUWFCY3Z5cThZN3hSTjYwSDFXbk9WVjAzSldNaFl4dkxNRFB1ZmI4Z3VnM2hpOHZMak1XVGlOOGZMdDVQaXhJdkhON0d4c2VMRVhvNkRzUlR2STR3VVJrbUxzNTZUUFpzZE5IMHZlQ01aZmg0RGcxamRQZ1JFVUJzd2R5RGs0TVh2dGVOQnYwMWNWck5tNktvZUpXcVdISk9PQjUvVWZuZno4R3NuOTRzV1FmRFRSQlV0SEcwT3E4S0EvWEJkaFVGSTZtQ1RXQmVxQW5QZ3pOQTNKVXFZN3dHaUVFVStndWJwb3RvWmJJSVVRM05tOXFjcmNBdm1jTDZsRVM0dzJYTEVDMWg1eDZtWXNFZDYwbGNQWHh5R0ZVTmEya2I1NnNJUWZadFBtcVRucjkwdUlWNVA1LzFrVVozL3ZzYS83TkNtOVRweC9yQzBwR1JrWk9ScEJ3cSs1dlhuay8yQ0xPK3pUdmlRQTBQUjJETHNBazZGamkxcWh4WTlBNFFhYlpGdC95SEtPQnNYeGlGTmJXWWFVaUI3ZFpRbk1lY2xHa1hDM2YxMk1yWU1nL0RuUWwwdkFzbG1GZmhkRGdYVENRd28rUkIvODl2YXdTZ1kySW5taW5aeDczK1kvbXpPU0I5R3FuK3dYbUg5OXAxU3FFUms3ajlYY25qMXNLbzYvOXVBK0JpQlFOMm5LUjNHVjVpMjhydlhScTZzMEFkS3hZcjV6cFpMZEpxUTBQZmtRelFWemxYdW5KLzZSdUVMcHQwT1ptZ0twczFZVTdERUdoT0pENlJIUnBlTENmZzk3eExVZE1MNnQ0Mk1qQVJlNzhmTEwyMHhXcW1EQXhvUmxzMC9YQk9tNVFDOGRCZ1dQMlBXWlB0NW1lL3JlRnpncmkrdUZZR25KUWpkSEdOYXcyZ2tySUlDR3RBRDRmdjJabVRIN1R6MVM2dCtYQTlDdlAxS1plV1lsZzRSWkhXVU54dFJ6Qy9mcXRhNnluN2JuMXRxdllJM2JKdWFmbExScEU4cDBnNkFSNXBqaDZFb2RjU3NOMHpDVTlidkR1OFFqNGcxNzFHdGJ0WWJyWlE0WHFMZWxqaHk1UmdRYi9nRWp3blAwUnZQTnhhcHFhaE9oTHNONllZNk1TYnRKa2ZJU01xeWRYTnBVUkVOTHZKUHQ5WUZpSFNRSGpZTk1lYlZoTUxYTXEwcU1UanlQUUo4QTZOK1VWajkzdXk3c3ZuMmNuczJvbU51QjhpSWpmZGwydXZUK0t0V3BYN1EvT0dudEZHRGxyUHpUenZ0eGE0V1NsWnBtYnc2ejZQcnMzUFg3Y2NIQncvUHB6NjZXbHJwM0VWVEV4UFJNVEVzUjR4L04wSVpQcXJRQU9rUUkwa0JxRGJBTWdjM2FBUWxPanpodXlJWk9vSENlQytkaklhWG56cXAwTzVLUmtrNnpVeWFZdUtHb0FTUXh4VGVtTzZsbExPK1c2VVRybWJyREhySEtZMElzMktOSWtONy9WZXd1NHdyZUhoMHR2anE2cXJsSHBKVzN2N1MxTDE1TjF2dTdTU0wraGZ1MmREUThPL3VManlNWDd5eWxMUzBpb29YTkwrbWZ4K3hhazI4QitiWUUxWmtkbGd6bnJQSkJRMk9xM3lFQkl0RlN3aTZOSU5NVy9lclVwTHhVVW14UTY5M0hScXpNbmZNNmE5QjhRbWdDVHdPQjhjc2FmNlBhckdzb1lJQUFYeGlTbWh6cGk5SEc3bWpzL1BMRms3N1hmbnJRN25UNFJ6ZnpZSUJIdDY4NTJrOWpxRjg4UGZwckdXa0tyaUVrUXllMjYzZWlHY1JwdFRmeDg0ZTVCaG1OallDZGxzOUtyd1JuYTVrVlZseGk4eG9zUTZTUkI4RVAvUlFkeWRucXh1WklzY3BHOUl4Zy96VVEzcGNQcVdmOVgveDhIaE1aTkFjeXhKNExkWjlObDk1Vnd3eFhFNWRaaEM3NTB3aWZxR3lTbHk0UHhFSzR1TGlDaFBOS1MwdDlVbU1UVW1SbkdiM3lrY2FlbmtHODBVSVRYK2cwekM4c1EvN0Urc3ZhSmZlNXg4dFdJVU1NSk04Uzd6Umw3V2lNQVBDMmdSTGlGUnhBTUZjTXdsUVJKcmNSVm5nRVpWUldQeGljZ1FwOWpzOXBYUHR6VUFOMm9pR2xMZDNoTmFJUmV6czdDMW5YVWpJM1MxM1d4RkY2RGJiMjBXeXkvWFdqY3lINVp6Yk5BTkNPMUFpcTZKeWZiVS9EWTJYQnFkWllsbllLckhpdFdIZUVxdzdBWkFMMk9JV2ppeUJIV3JKSVc4WkNSTFZPMGt0dlBXRWM2M2JrVGFUMzJRSVhSYzd3N3JlOXpzUk9FeHl0UXhzNGMrUHQ4UTh6a2N6UlYvSlpoYnJUOE15aVdTNjI3MGVNeHZtSGpNMkgybFAyeDVQSXBqYUdweVBsNGhmemtLMms5Tnhmd2pLeWNrNU96dHJhaTRyNDlzSEpBL0tSNUVnTUxWZVRTM1ZXaEQ3UEowWDFSbkJ4Y2JGVFU5UHh5VWtYQythWksyNkg1WjJ6NlZJbnNTeU9ldnV0TjZ1ZVd3RzRTQm55QkJsZWQwczdtYjU2S2lyMzIyR0VQK2phRit0eHZMWTJPRDFHQmdZbHV0dFhzZGMyZ3oyREM4cXZwVkNNK25ob1NIV3ROSGo0K1AvQm9IaDlVekcwaGVyaktUTnpQWnYyMjVib1dvcG9RcnpEeCtnVEFrSkNRa2ZIei9rR3JrSmxObUxHUnZuVFQvQ1hyVFgxR1kwbkhoMGRKVDE5SmRLelFXV0l4a1hHaTJnZWFsR1NMY1Flay9GL1ZjYlg1TnpsRFNrMFJyUUFsMTVDd1ppVUtiUHl6M1UxVUtmRFltTGk4T002QVdnQlBiTXh1ZHhXVG1OcmZGSHRkcStrUHpSRms3QmRVOStwalNteFVSaFhzR29mYlNxUXgrejFHZlBPMXN2citmTGNRRWZ0ci9NeWFoLy8vNGRxRUx1TUs0ZWhTSzJKd3hUVGJwbUtrTGlQamxidXRKdkVyaDd6dXNIWnhVMkNqNjhRVnF4UzV4MFRjVVNpL1NiWmJJQTNCaFQ3QmhYZXYrbnZyWFVzWUhOR1dzUlBSUWtyYjJWSXIvKzFMSTVPdjQ2dGVaV1YyeFNVZDBkU2M3bTVheDRVN3IrNjhTTC9wVElSSlhJTjM1NnFCdE40QjhIbHZ2MW5STWJDbU5vVmxJMDc3TG1abUpoY2NoejJ1SXdyKzJTWDFCUWtPT0gwdWFMMXVRKzNoTXRSZHRkRVdXb01UVU9hQzMwVXBrbGkyYUpSUSs4SEJWVFNJOE4rNENSZkVtTmpKUXdwcUppV0NUeml3czhYSXJ2amdwczB0dlEyeWtZdHJ2eWl3bFoydTBjblhWTmYwaG1rWC9qOUxsNEZDZDBzZEc5dXRPY3Rjbkx6K2U3L3h2MzFXcEpGbFlJL1gzRURwUVRGSG11UU5OZGNzbWhLcytFbG12S1dSTVZMU0ZqUFV4NjBvSHY1WmJYelJMdGFFVHlzU2FrRXFuMEN4U29CQWlidG5CcTluQ3NiM3Uwa1BlVFdGUitNQ2I4RmowYzZtWXEwazJYZENMRGNmK3RRL1c4bDlRRUVJUS9YUis3dkZadFJDRFpXQzZraDd1WTJuWVBqSTZpQkFrL0Z4MGVPemV2ZXQvL1BYOTV0a0V0VE12VHpvT2haaDFrYm4wTytJZ09GRFc4dlF0N2NFZGF3RFZzV0ZVY2VDLzVrUngxZDNKek00NjJCQkY0Y3lRYXFFeEluQ3R6K0lwbFRvM05XYXlibnJtME9UZWdkYlIvc04rNUc4SG1VOUtPUFdmRFdMOU8wNzlwaTN4UlEveE82ZXpyaGE5NlZFdjk3UEVjN3A1dDcvRFFWdlEwYitablBmMkZ6L0FmU2ZiWDI3QnpUTDhhQ3AvRklYYklkREg4aUluSnV5aFE2RFlRcjdOWXhXbTJ2bHZ4SXREYTI3ZitJVDI4dHV3SjZScmR1dUVockZDbmJ5bzdiT0wvdmVRNE1ReFRSbTBhK1FzaytNYVYvKzBYZzJmeWhjTCtoQU1yaVhhWnFqWElONXQ2RXNpTFpBVUNCb2tHYktmU2RwYnZYdmYyOXArZkRMSmhjMHAyMVhOZTUzRDRqaGtqbVFtS2xveDNsK0RYOUJSK1F6a3paaTUyRG80bFN3NzNaTDBpRVZSa2VaanR6dzg4L01GWnhZN1hqdVc4VDByeitmczhlMDBmY0JpZENPVnIrSy9QRDErYjh2VC9XRFZxUUZrdTFFQzdwWGJnR3FUbEpPUWVLcGxibEozcnd3OXdUTnF3dHN0K2FUWE1xT1MyUFpJM3QvUU15ZFl5Y0w1QkRjbjFHWFJGWjZOcCtzdnNrSUNVMUpUNWZCVzV6eHRGbkhCVm95SC9jcTFic0JTZUZ2VGpCM0wxb2llVVB4WnhHTnJqL1ZaN04rN3AvdEJWVzBLbU9INFZuNWpKV3ptNFdJSjh5M0pKZDNzVHFkWmpnM0RpNnJJZGhmRnNRK3pxc2ZPVmJrbFhqdWRpOXlXSEt2SFk2MVB0NXRvNzNoVFpWZjdDUVRvNk5DaDZId2NhNDBZSk8zT09XUG9LV0JzWWxRNzFucVg3bm1XV0JVdHlXV2VRSEhDTFd1N2R1aG5NOE1oT3MxYlVhcmFmZzlSNGcrcVpWdGFtZDZkdEwzcCtIeTh1ZTJRNXdjbzdJN3MyRkptNFMxMkNPcDV1L1VKVTMzeFFGWWhGZkovNnFqdytWQUJrRzd3K2QrR1hFMm84ZjdEVm5meTVlbGRmZjVIMWJhSHFBYWgxTWJLOUp1dFUzdHlqT2pVZUg3b3pPQXZJd2k0anF2M2RlYjF0KzVuLzVXNDdKeWRIYUdlYUEvMndFRGxESDRVTjhMaThiUDloSmRDMitZaUNJbWpiMzF3OHZiYnF3M3E5MVRFTUR3TCtxWGgyL3FjTzNqblBmMlJWclNhMy8vbjJWcnUwOGlacEdyVkVqcWVDVzlaMU8wQjV4d2lOL3VBUVV6WCt4T3NUY1hibXZwM0E1YlJuQzdieWwwOG5YZmxsQW5BQ0JOM2F1RElBMUZtc3JxNm1jaVQ4cElvYjNkREpoK2Y3TmVhUXEzTWpkTmxYWXd5NGxtNmZndEdPdFJmV21GMS9zQWVLZ2Z1RWtYQ09qeXZCSGNmNUhoNVNJT1E5RmNEeDZEV0VUaDZSMEZMaW1wYkpLMnZwMFp3L0dvV2NtZGJjeFBCS0NnNVQ5UHYzelVxRC9yYWIydkpJWmNuYWUvUnI2cGxVYzdib3drSVUxby81ekVLWlgzUk5WZVAySEJEQURzQmZrZ0pSOXhLbVNMNUR4QXQyWmVKOFYvMnFxQ3ZYSENBN1ZSa0l6NFg3emdRbWtleW1wQVYvK001KzkvWDd0N2R2dWVHQlZjbzhxbkxxU2EzTVBRUkZiVGhwQ3UvemlBZ0RSKzE5ZkNFdXRCYlFRVXJtMnVaY0ZqSFhtWWxXcG1XSis3clhZU2RwVXFicHQrZUIwUEVIekdIVmpDTkJSWDRZUXFTMmxNaGw2ZHN5SUxyZFJhei81UkhmMml2TEhlaU1nZERTeEdxN2k2dVozTmp5RDhCaHlubDdlelBqV2xwWkhjdno4Q0k3enVTbkt1TmgxNDcraUxvbzNyZ25LVnY0S25OQkZLWW9DNWh5RnozczFVOWd2NmNXZ0U4TUdqRlZBSlpVQTlTeFNjRG9qVklTT3RIaE1rT1dLd3lhejFWOVZkbHVzamVhMm1YcWYyUlQ0WGg5SllSSnlPdjdZSkNKODFYU0NnWGZJNHlWVmdMSk1ZNyt2OEFWMVRod0JkcHR0R0djNmFjbkxva25YbWxkWGhEUDdGYTNqbWtmTjREeTZSd1dvS2NlZ3VOZTRzZWQ2UEFTNDRFUlF6N3JXS2E3aFF2SEJhQ3pyM0VqZURDOWpNTmZ5NEpQOTM2dGllOFRNeFFueDFCQVZhdTE2dDR0UHBPTjdjUHJINjJzUzBEVFBXeXhmOXc5aGMya3FhbUpVZnREeTJKMmVMcXVIN0d2NlZmMUNsOWFKZS9ldkhBT1JVcnlkbGtzV1FXcmNCaHExU3lFYklzWThlMkdaQXRCc3B4eElvbldQL1ZxSDdWNkE0eEpKR3pQRmRkeWhhb0daSWJrUzhaSFIrU0xBT1hpSDlTbnMxeWlidEhlMkgreVlFVzZDSjM5NHZFR3ZLY0hYRGdiMUZMRWY5RE1YZTlnMDE0OUQ4TmZId3kxdGpiL1ZpdFJvQkhBVUgxRlFHdHB4Ump3UGpqZU9LZ0JKMmwrWG16TDlybVphbGMrZzMxSlQ1MExjUDlkY0ZhZFkrVHgyRlFTZkVxcy9qeWdmblRZTGFUMTlRUSs0SERuVVBmVlhWcGEyc0hCZ1RWbHhza3IyZ04zZEU4aGxtaU85a0t4VDV5RzEvU2JRUy81S0pWWnREMHRRcjBVYXNQSDNLSXBJZ2hHTkpCOGFLUmNzY0gzYnRIa1dnWGoyaWptVzVzYXRvcksyYjBNWTdSbFFnOFlvSm5WSkIrRUlRRzhOSDA4RUR1QUlWOGJpVVphdHR6MUpiMGlRNVBvdnlXYU5kSzVkOVZYL0VNQUhPOFcvR05TTlNObi9ZRVg1d25PbW5yTlVSRTIrSERYNUdQejVpTzhqanNLUUFUWVBuWWRuK3BhLzNMeHV0ZnpBUHRDZnBJSVpod2hyR1ZtNkJyMllRWjU2UFpTUi9UUzBOZVBwTVRKL2ZnMnFxZFBRLzlQWkZxSnNFS3hmWlZsdzViMTdZMWlPbXBWODhNTjA5QlNkKzJ4VVpCOWswT0NhVjBZTGlobHBDYTJLMVVlUWxsN2NGTXczRkJDM2Y0QXhHOEZyeFIvVUVtQVM1UXI4R0w0VlVTTHpYTUJJRzVjZkFyWVMwYWkxRVVCMmZJem5oeklyN0NRMEI0TklDZEtmWmc2WVdZeS9hSE4xN2lFelh0Mk0xU2dDbERKVzM0TGlUeE5Pam1tRVRNUDJBa3o4dEFkUFYwVmtIUWlnY2ZYK2JML1ZXTDBsRWRIRHZPRjEzWjRaOGdxUlZrODhESGN1V1NBeWN2cGUvZnQraXJJZkxzWXFTZ1M3WmpQVGYvcjBobis1d0NidkI1V1NGYm5ScDlnZnd2MjNBZUIvVkp6NXpCbEk0cjlhMkhqVDJoWmdhYkh4WEZTQzFZWWRGeCtFV3ArOFVhYStZQ05pdnE1eHZNRWJ5dWYwRlR2Tnk5K1JFdGsvckh4WUcyVjBWcm1JaWgzc3RDNXNSL3ZyRUlYd3pRTThXMm9sOG9CRlhKa2pmK0ZNUlF6RUtLZFVBK0taeG02V0dVK2lXV0NRMzBxdVVkN0dEanNuV0hqeTgvSGZRb2xveURhOWUzNkw2NEl6UHBwdmUrcmRGQlBSeVQwbkIzdDBYbVgwN3FwNTIxbUV6VlQrZXI5NjdoQTVJWXVoSUxNYXE2TVFyNk16dFgycnpsYzNCQ0tiVkk2ZWJEN2QxU3loSTc3Q2JVMU4wUmRlK3VVQkc5SXpDdlAwVHZQQVB3K21kZ2g1dWJyc1pJV2FBcEZIUDdrVkZMY054MjFhSWFYbHI3TzRjaTY4ejloNnJ2YjNTVXROSWp4cksvZTdhQk1IcERRRnlTK1Jnd21UK1BMRUhSbitkTVAvYzdVSjg3Z081VEdVMkJpWURpK2ppWEc1V1pKVmk5ejEzTjl6T2xQVWw5Z3l2ZzJOVzNjNnJyclFtd1hMMU5MQ3NjV1dTeTFrNml4Ny9Pd0pBL0JuR09LK1hlOXRHQlZvTzFaODZ0VmFDZXlZUjR6Rm1yWEJjNjhkQy9Fbnlua20vdVo0WTNQNC9IV2F3SWNtWEpsWncrYmxHMnVXM1gxNjFPSGdFRGJ4cUdaeExCRTJtL1FUNVB4b1FyTXhOT2dOdnVIMnR1NDNRSjZ1ZmpPRWVPckFnRTJyeHZvbitIZ2JXQndVdlo2dUdMK2Q0TjB1NUhxQStWdWZmN09hOVdsejB0V1RVM04rc3ROL1ZlcnBNNlJ2MHRWenA5Y1lGOXhuemFpT3RGbXh5U3FMQ3gvWlZIQ0R6TTRTTkVmTmZuRHErMnNUN2Y3Mk4rZGJlNW1lcHpjNzJaeGRyM0hsL204TFc4N1B6bDczL2orc0cxVFVadlZPSDgzamt2dE11Qy9Xa29uUFBIVHczdzdoLzhtdmd3OUd3Tk9YdG5oNjVYOGE5N2h3ekJUdTJXZU9rdXk0Tzk5R2E4VmROaEtLSS80K2ZNbmpxNm5YZkF6RG5QeU4yTm9EQnBKNDdRWlRtUkFRVUdCRXVZSDVXVjlaZ2VKOVNxalllVmw1blBvdGFpY1FqVmRMK3dPYlpmVlQ3TVEzQkhZMzhORHA0R1hHd0ZvT2syTys3MDR1ckI2ZVg4emFYK1RHNjZSN3hCNFpPM1JBQUJTMXIrMUFKbVZTcUN6Q1JFMEVQTU1hNUNNNUVDTHBQMWoxcUJTSjFDYnp1TnlBaTl3Si9TbEQ3bGROMkRRQUNMQWpjWjNGYjFvdWRia1ZKeERQYzUzcXlVbk4zWmRvM3ByVS82SjZEekxrdEFCb1pDSkMwcWdUWXhIVjg5R21CRDhDVnB2VEF0elpEZHplV1hhcE9CYllrUGc5Qzd1U3l4UDdkeGd5cFJKU1pUNG9YbTJiYUJ5b3BoYnNtZzdkaG11aUVnUmZTRXE0RHRkQkFad3lwcEl1VUpNMnBRQmV1Mm1xd1ExSFNnZEd4WjQyUlo0T1RJUndLZjRmalZiOUZnL3Y4VHZmbThTNWNsYUNaRjFTQTFJeE1sc2J6QTZoTTE3L09XR2tqTktGVjNDaVN5Z0ZwYU1uMEtQYjNCSFhyNUVhOEZlRGc4b3o4SUt3bWdCaVdKNHljb0FCbWx6UjZIa1drYjBhclRoNktqLzd1YWxkcnUyZ1Q0YzQzczBhVy92bDdFTW5vanc4RXp2aDMyQnAwMDBiZTF0THFSVjE1N1hnQkFieGd5QU9tZkxMSW1TL0NKYjhvcnJLYlNwaFdYbXM2SGF3aUhYc0FlN1J0MERIVmRXanR0cTNycUp2OVE5dG0rWUc1NWdTbjE1c0JMUWE1UEFKZWlYc3dCRUdyR2o2aGtxcVVoV2NBNEkzZnplVTFFeU5EWitnUUxXNjNLVVU5Zm4rZm9maitvT1JvbDR6OUQwKzcxMXB0MDhpZHlmWE9sL3ZLWkFQdXZubDl6L1hjL200K09ESmxKcXdTUFNGNHphcXRsM3BSdU9nelpHZkFxZTd5dSt2MWZWc0oyeDVlNkg4U1ZYanhuNlNESEtwYmFDNDVvNkMyS1d3UXBuVUJGc1Z0QUEyOHpDcnUxSnJJZ3FnYUlURTIrT29RVDA1ZkgwOWQveGFscmVaeHQvWGIzZHUzV1I5N2R2S2h6WnhNSkM0V0ZUcjM3amNkMnlrb2FxOFdqcUo0dTVFakI4TUd4Sm9wWGVKeUdTVmhVV01kalRNQkdaaTB4eXBpVlIvaUV3dW1ROWprS09iNlFkU0p6a1VYSU8yOEFDRVZiT2dRWGRLSUtFakdTZlBsUVFRR1MyTDlrTTI0TEVTb1c3WFVMNGJsY2NRdENJdlhjUzFOb2VWMDhURXhKS3Y5V0c1L3pJRTlzbXhVVW00ckxQeThzelhOQ0tWdFBIU0VpT3FIMHdzaVY0NHFmTFp1RUY0cWhqQVpJbDBTdGd3MHhXV1lZM3Q4Z3hucThLT0tMNEZlem9rVmFzZDBsejVwbzMwK1U3SWxWYlM2bFk0eGNsZDJPMUJZbVhDdmM0YVRRNTMrcjkxMDV2ODNvOE9EZzRhYjFkNnlmeUtHbG8rTXhnNVJsQ0xXc09DNWg2S0dGL2JpYzcwcGpoRExhdUNydWhEaGllekRYek9DQ0xvMVpYSkREVSsvcndCZThIbjlTeTdCWVJYYUpGcU9sVERqbFFHM1pCNXR3b2xDemFTWW9qVGVSeCt2aUNLR0wrbTMvSHZHdVQ5dGEzSzdTSTg4a3pVUGxoQ05janZtNDcxZFRhK3VUb1NLdldmSGJoRDVVYmtlQlV0NjZpMUNVQU44N3BTZ1NZK3Vxc3pyMitENzBwaXlMZEw0cDlXR0tIME1haENhRkg4VC9za1VYeFRrMU1WTmlzdHhHLzN2VTNOalpTL0NmU2lmU1YzMHB6T1NkRGFMRktTc0NDOFVsWnFETXBtbnByYjdFUzRjMGpTaTJjZDdpSE80UG9NUUIwSi9ISy85b0Q1bkVxcHV4Z0ZzYWFiUDU0V3dncE9pdVBtbWp4VWJTSXNXQWNLamVnVER4TmR6Rnl2ZGNqdER0R0FyUjZlc0ZFUWdETEVuQ0Z1SnRDR2hvR05sMkp4VTMwTW5SRXBPZ3pJOXZRTXEzd3pRRTZRQ0pSMDBGZ09nTWlZVkpxVnIwa3REL2hSYVNYalE4WjhXc0p4RXhxZHo4aTRMTHZzZVJJaWwraGZ5ZGdiVjZVSnlFdHJWbG4rYy9hbFZXZXo3clI4UEh4NjIzVzEyWm5lKzIwRkJVVm9UYjVkSDg1YXV4Z2JBd1pLQnNLa3NZMCtyV1M0ZFNZamNFejF4dFVpclFoRVI2Q21MNWpkYkpGZmZyemord01SQnZTZGVIYmo5cVJGeGdtR0MyWW1RQk9wK0FXcGg0T2dDMlVWYVdSZ0hWZWZrZHVTeitKQVhNQjdHVTZXUzIwQ242YlBPQlhyV0JCNk5BaEpGZFlJK09FMU1FcWVpbUlUN1Nrd0Z4c0xjL3Rmd3BCQi9uRjFpRkdxK04wMjRWbzBUZit4Q2xGQmttNHo5VkppalA4cStEemRPNzg0c2NxSDJCRE1uanBsVXYvUERrMzU5eFA2UExEbmRwVVNoZ2lxK1J1TFVLYjlNc3M5ZmQrKzJOeis3UlRhMUZSVVdYbCtkL0JPUEVvb2tqUmp6UXhoakZxMnZxL0k4aXdLOVMycjM0NnNSRFFMalE0Z1FxbmVZNDI1dXVHbGpObUkyOE9TQ2FGS1RqaXFRNE8weTJFclpibnZ1Q0ZuT1E1L2pWREFBbVN3REtpQWVpVU1GanBkTjlXU2ZEVUQ0Uzkxci9MOTJiSlhWaG9jZ1lpVnBRdE9yV1lzam1xU2VZUXdRSUtZVlowb1FuTjd5MzVFZVBoLzZ6NEdjbXEraVJIbzJvMG92dnBUNXpNZ1NWZzBHL3BDOEVITjlrRUc3NkprOTRwRVRqTk42ZnI2NjhjN3lPd2NYQ2lkczVXWktUNnJDU01jQkg4R3g1UG12OFY5V2FXeThvWVphZTVlWGg4cnJwOUdwWW90a2liMHd2cUF4Ryt1d2lSTUZVYXRGSVNWNnNSVC9tKzRRa0lJeHp2MjlrMkRCSUJLMVRxSlAyYVpBNzc3a0NDOERjR0FVVHk3V0lMMnhkMndycm9ZMDNEUXpLWkxSYjJZY2d6aHhMaXdjbHdBQVdNVzFnVmIwN2JPeW5jblIxUWVZQ3kwalFwRHcwaGVZTlRhczNzQ0VpUTlkT015Zi9iek9GdjFJblV0QjdFWlNmbHN0c1MvZnAxdXJhc3pxZm9YMk1RRHc5UDR6L0pIYnREdXR4YTYwMU1hTFl2Rm5HWGpxYldKUlpiMEVIb0tLdEVIZWcvNGhFSkk2UmpuOHVFN1dnbUUxNzFCOWhkSklWTnlkRnJrS1F4MHdtQlpON1cvREd0TnY2T0RzWGsrZVdHRDVWU2dxdGx2ZXFwaGJtT1RObUJDSDlSV1AwS2l4M2dDa1VYdVdYWE1sT1hBYzFSb01McFhBNlkyUWVuK2Rkb08vajdFbHFHNmF5YlduTWRSTS9YTjVZYjVWVFpibllKa3B5ZDl4UDdYQmZyRXY1YVlwZnM0eU50Nnd0V3BrU21FYTBKcFBkR3o1WlRLNW40RzRDVXA4T25EakE3bzdnQjdIMXJTZjI1ZzByaUdXc0FFZ0VDcktLRW4yYkovT252TmlYaHA2YWZBSWIxWnc3aW1Yb3JSR0Ztc0FKcUN0aXR3S1hFdDRLdXZvTFhOMVR5NVBFZ0VYMFRkaEtHOE5uaWJYUHBNZ2ZoWlVjZWg0WUZLbVR1amFJRXhaQnEzdHlPVEk1ZU9kaFA1QUVPblVFaS9xdmVzZUcxZGZnaUZzRWpVZEQwUHEvVFFYd09OWEwzdnpVYS8xNzFra0tFRmxQNG9HaDJXSHFMbmg0aEpjaEFGTEM5OGFJL29rRUlCTExSYjBhYi9WcDY2bXFGZG5BVjI0UXZGb28rYVk0YWpkZFZoU0J5bkF3eDBOczBqLy9TOXVUNElmSUczK1ZkMEE0SVFZenVNUFRpZXVQL1U4ZWxZYTYxNWYvMFdkYVFtNVhZR0pCNzh5N3VVaS9XVlZvK3phcktnS0xVZkM1ZGFwM1VIbXQrL1NJbEl6TVlqS1VRRWZnUXE5c0xLU1ovVEZmdFVIMkRSN3pqMHF2dUkrVEVCM1RnM2Y5S2UwcERuc09Pc3lDdzdkZjRFdmVzMWtEVUhDOTAzd3hLK0hObFlhMGFjQlM5K0huWWxEZWpaZXBINTZCU245OWtNYTRXVTM1Ky9wOC9iYmRySHU4amVxM3IvNjkxRktaSnFVOGs1QUphbGprbHlFQ0hPWmJ0NUp2R1BsbzdPNllxODV1WWsxZzZyU2d6ZDRVWDY3ZzllUElJQUlsY3NLb0RmeWZrc2Vxd0p6cThFMVp3dW1iVk9rcjA0L0h4TVpWYytnUjdhWFB6NDFTK3RGcVRkS3BvbHBoLzVvRnloOUNOa1UvUUxFWG5Id205WW45ZVMzNWkweVNJbW9TOGlzSzFYZHFiMXE3aVFlOWkrczhicUI2cnF1M2pmL1ZMdlh1MEVQOHRSVndXVmQzV1JpZlBBSGVBcGd3cGtGank3RkZXZEtJL3pWTEtvTlJQTCtiT0RZNk15RmpKb05DM3NIYmJ4cG9vTW9Bd1BxUFNJK0VSM3A3L1hZZGx0cDQ2cmZhajZEVC9JeXhjZDJlSUVhcldVQjJZMnBqZTdKVjl5REtLTnJydWhlS052UTB4NWlwbkpZMm5kM2lHdks1eXphcXVtS1l1TXlSTmZVa2FXcGpJSVBpTVRvOGs1QnNoTDB6ZUdlTnQ2dHMzb1BjVlZidmtSQi9FTVhTNXUzcFNUUi9iUXJWbjE3K2FtVTJsSWxSMzMrT2R4UjIzUndVSXh3TG8xeUFKN3pUM2hQSjJvaDg2T3grb1gwL2xaMERqN1Y1c2hMaS9xM2NORnpOWHE3eUV2MzM5NWFiOVFiMVlkNjVGNTg3clVyWUVjbTZhTTA0YlVCTFRjVzlaWDJITHd2SkJ0U2o0WWhCMjRiTkgwR0ZsSDF2QWhRdVZXeElqR2VTY0hJU2Y3VWE1KzFSUkNXUE1IQ1lUaDl6ZGg1amM2V2lTYW9pYmlRNHZsYXZHd295TDJWZXoxcUVuZzZ2MDd6eFlHUm01TDVBVUd4ekFjdjRLd3VOSVNlMDY0S0FGb0NJcEppZGFKcXpuLzc4QVVFc0JBaFFERkFBQUFBZ0E0WHNlV1hVWmdBdXlBUUFBT0FRQUFBd0FDUUFBQUFBQUFBQUFBTGFCQUFBQUFHUnZZM1Z0Wlc1MExuaHRiRlZVQlFBSE4zWFJabEJMQVFJVUF4UUFBQUFJQUdtWi9WamJybm9KNkE4QUFEUVNBQUFJQUFrQUFBQUFBQUFBQUFDMmdkd0JBQUJ0YlM1aWEybDNhVlZVQlFBSDEzaW5abEJMQVFJVUF4UUFBQUFJQU9GN0hsbXZoVldYZ1FJQUFFd0ZBQUFQQUFrQUFBQUFBQUFBQUFDMmdlb1JBQUJ0YlhCaFoyVXZjR0ZuWlM1aWFXNVZWQVVBQnpkMTBXWlFTd0VDRkFNVUFBQUFDQURoZXg1WjdjLzJybXdKQUFDYVl3QUFEUUFKQUFBQUFBQUFBQUFBdG9HWUZBQUFjR0ZuWlM5d1lXZGxMbmh0YkZWVUJRQUhOM1hSWmxCTEFRSVVBeFFBQUFBSUFPRjdIbGxzSFF3ajF3RUFBQ1FHQUFBVkFBa0FBQUFBQUFBQUFBQzJnUzhlQUFCeVpXeHpMM0JoWjJWZlptOXliV0YwY3k1NGJXeFZWQVVBQnpkMTBXWlFTd0VDRkFNVUFBQUFDQURoZXg1WkpQRGIrRG9BQUFBNkFBQUFFZ0FKQUFBQUFBQUFBQUFBdG9FNUlBQUFjbVZzY3k5d1lXZGxYM0psYkhNdWVHMXNWVlFGQUFjM2RkRm1VRXNCQWhRREZBQUFBQWdBNFhzZVdRU2VOd2d0QkFBQTJEc0FBQWtBQ1FBQUFBQUFBQUFBQUxhQm95QUFBSFJvWlcxbExuaHRiRlZVQlFBSE4zWFJabEJMQVFJVUF4UUFBQUFJQU9GN0hsbEl1T08yWFNzQUFQa3JBQUFOQUFrQUFBQUFBQUFBQUFDMmdmY2tBQUIwYUhWdFltNWhhV3d1Y0c1blZWUUZBQWMzZGRGbVVFc0ZCZ0FBQUFBSUFBZ0FKUUlBQUg5UUFBQUFBQT09IiwKCSJGaWxlTmFtZSIgOiAi5a+85Zu+MSgzKS5lbW14Igp9Cg=="/>
    </extobj>
  </extobjs>
</s:customData>
</file>

<file path=customXml/item35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3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</extobjs>
</s:customData>
</file>

<file path=customXml/item36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37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3liL1ZpZ3dVUXhyUUVBQURnRUFBQU1BQUFBWkc5amRXMWxiblF1ZUcxc2ZWVHZiNEl3RVAyK1pQOEQ0VHRhUUFRY2JsbG01cGJzVjZKdW56czQ1U2EwcEpadFp0bi92bEoxMDZvRFF1QzlkL2ZhdTRQazRyTXNySGNRQytTc2I3c3RZbHZBVXA0aG0vWHR5ZmphaWV5TDg5T1RaTURUdWdRbXJlZGZMV2xGTGRlMkZMT05FWTBNYTh6NjlsY1lkandTaDhUSmFPbzZIZDk3ZFY1OUVqdHhOdzA2b1I5NEdVeS9iWlhmVWtmeUpIZ0ZRaUlzMW9oR0wydko3K2lTMThwYk9kanRiWEtNSlJUSTRBVXptV3VlRUxJcnVhSkZvWUtQcGhqbC9HTW9lRjA5MEJJTzhJTUtOZG9LZHZITFZPSTczTElNUGh2ZWNCMmxBb0Q5TFNzazRTSEJEZUFzMTZ1S3UwYUdwNExLS1JkbFEzNGcyeVh2VlllbXkzOGxWd0tvaEd6ZG0xVnRkTWYyVlZ4bzJ2V2o3Z0ViaEdQMDJtS2dibzNDSTE3SElhSGp4WlliOTl5ZzV3Y0gweDBKOEFKMUdUV2dNMWcweWtvOUdMbG9wZElaRFV2YWV6T1VEQ21UOHJHU3FnamI4UzljekFkMHFlUFBOaWM1STZiTEd4ZGpUT2VOempjNFpIK2MyWDVKaGR4czArQ3VrZUVpUDBMcXdHYXFkWDJpeUp6bVZmQkdFSVJkVXpCaEtMZS9CcU5qT1dVejBDdmZOVS9hKzNWU3V4ZnpVUTRnRzFYUzN2d0QxTX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Q3liL1ZqUlFucU9TQVFBQUYwTEFBQVBBQUFBYlcxd1lXZGxMM0JoWjJVdVltbHVqWlZkYkZObEdNZWY1L1JzOUlUUkxHRit4WkdNWkpwb2drR3ZpU1JhakVxaTlTTUVBNGtodUZFSzJVWXhNU25MMW5YZGFidHVYZmZWYlYzbkdBNG9NM1FiYkRwYnhpWUNVU0ZtS3R4NFJXTFBPVzNpaFpkZStyN25mVG0wUFUwNE4wdlhmL3I3UGVkNW4rYzltTDhyRDZId2JFUHQvdUxjYW5IbXdwN1g0YTErZ0lOdlJ3RGNUdklIRG9USnAzZjN2YmZ2ZlR6bytxRDJRNWZMOVpIcjR3TmZlSTk5QlovaUlUeU1uK0VSR1dEK2FBamdsYlk5ZUVKb0ZtMDNFZXd0ZGJpenhobTU5ZkI1d3ZqdkhjQ1RWUk83Qi9CVTlTUUMyRTZURFpLMGttUzdNNUxvL0lRa215OEFucW1hUE5vTmVMWnFBcThDbm51Y3VFdVRmNDhEZGxkTjZrOEQ5bURWYU8rWGdMMUc1R0hSUDc4ZnBidzV3TDdxVWYwQ1lLaDZ0UGNhWU5TSTJsalVrUEdTS0w0RGNOQ0lPa3FqclYyQVEwYmtMWTNxWHdNY3hxcTlhSG9EY05TSTRsajZNOWViZ09ORzVtUFI1dUYyS2pzQ09HRkVYV1V5MHFrcEl3b1l4QUQ5MlJUZ3RKRUZ5ekxha0Jramszbm1zWFhTU3JLQUxjS0xvdkFqMm00aDFBamI3cUQ5TmtvL0lkUWkza0hoTG9vbzNFWlJ1N3lvTHEyb2EzMWFYRlpUV1dVcW5jOW10ZXM1TFRkTEpoanF0anRzclc3UHpwcUcydDNOamMyTlQrWWFzRlZvRkJHRm45SDJDeldnMzc3dFB0cnZvZlNyTHJuUEpmZFFKR0Qxd2xLeE42MkVaVXExdDBnbjZ0QWh0blY0NDZSb3dtNXlORG1ja2I4ZTdhY3o4QktnbTdGL2V6cGJHMXRWWTVmTDJDY0oyK2JyOHB2UnROVWVodDZ5VVBaVXR0QzdUdWhLK0xzbkxTR0NVMVFRd0NES3BRbzU2dVNuMGlic0V0RXZDbitnN1UrOStVVHdvRkx3QU1YOGpmTktmN29FM1NxMTF6MjNRM0JnUHdNN1JJZm9qQng2NWppZjVBNkw0T0swVEU2MURIeUdnUWZNWUxvSFhvdGdKWkN1Qko5bDRKZ1pUTGZJWjcwVmFuQ1dqSjlPZFV2bkdIV3NsTHJnT2NZM3Fjc2kxWFIyYnFtYmdSTlZ5aVhENFVlTFpEcDIyWGdadVFjcDJvUjFkUUlHckdJTG9ZWDhXazVadkZFSUw2anBPV1ZtUW9kN3BGNWtkVStXMWcyYjdmeU9DRm9WbE0xMFprSzlQczRGZlZ5UU5Bdm9TTXRXQlVWL01yOHhWMVo3aUtOVDVZZDVtdDlUL1NYb2gwL3YrZC8rSHZvaGxUVStGSzhza3pVaXMwTytLWVRwTjdxNFRZcVNPN0hzUkxha0ViNUpBMWFsYkpYVVhMS3d2a0w0N0YveWtNV2VVZDNTSVExV1dud3JFYjVXTWFzV3ZsZVpaWjNwbFliTXpHNitVWEhMUngwYnFkelZZWDRTSSticHArK3VFYXZsc3ZsaEhXZWE0cVJmZDhSUkdxMnMvZVhQWlM0WXN5ejR4cSt1UnZuTDZmdGxKWHVKbWg2L24vTHJnOXA2UnZmNXBIR3pMc3F2aVlSbDNmaVNPcGdwaGtMa2VQTnJNZlo0NmtBb241dFhob2FML2g3ZDFTVk5tQWRxa044Y2s1YW4rTnBOSlNRcm1TUjVDdUppdTY3ekF5aE5tUjhtd1ZjOGFYbVdaclA1Ykl3MVM3bDZLZi9EZVMwWjVLM1UyMHF0ODBIeXd0ZXVKclR4aTdvN2lOSzAyWDJSYjMvS3Nqdnp0UlpiSW9MQ1JrcExSL2s5a3d0cjN5NlNJdGpkb1B0a2xHYk16WnhrVndMOEQxQkxBd1FVQUFBQUNBQXNtLzFZc29pajduQU9BQURQMUFBQURRQUFBSEJoWjJVdmNHRm5aUzU0Yld6dG5WdHpITVVWeDkvektiYVdaNCttYjNNcExGTkl4b21yY0VwQndwaThqYVdSdE9YVnp0WnFEVGhQSm9EdGd1QkFFa0pzSUZ4Q1FDR0ZiQUlrUk1Md1lhTFY1VnVrZXk0N3Q1Nzc3TzRZdDFWUXMzUHA2ZW5wLysrY1BYMjY5L1FUTDIxMVd5K1lnKzJPMVp0dkEwbHV0OHplcXJYVzZXM010NTlkT1hkS2F6OXg1dlNTc1dHMnpwK2RieU9aL1FNeVBXM2xXdCtjYjdNajdkWXZqUzI2ZmZMeHR5Y2ZmSElLdEZ1L3Rxd3RXbHE3OWF1cm5kVXJGNHp0Sy9OdHVlMlVzelN3K3R0blRqL1hXUnR1dGk3T3Q2R0N0ZmJjbWRPL01Ec2JtME8yQjJBc3N6MkxsK3hQTXNUdDFvSmQzQklyaGgxNW5oMVJvV3dmZ1A2QjVkV0IxZTNhMThrU0FVUW5xci83ZVhjMzJ6TVhxTXJUeGpYcjZwRFdZTGx2ck5JSFo2Y2h1N2lMc1QzT3VleXpZaGRzcmc2dHdaUGR6a2JQcnF0ZHRGZmV1VTYzZTg0YWJCbER1bmRwME9rTmw4M2gxWDdyWEdjNHRKWTNUWE5vUDlRdi9NMkwvdWFDc1hwbFkyQmQ3YTNaSCszbW9vOEs2Q003TFVVLzZHcTc5V3l2UXplM3R0cXRwODMxNFFWanNORmhMNUs5SUtzZi9QZ011eWk0WThHaTFkZ0s3S0cxWE5rMHQ1dzNqZGtsUnFkMzJYcVJ0VzNycWZWMStxejJwdk8ybjFvYkdDKzIzVXNXcmE0MXNGdHBYSXB6QWR1SC9hSlh6SmVpdTVZM2piN3A3NXV6ZDlLV3RYZXptZ0FaZWIzdHdvVkZxOWV6MjV6ZGVXRDB0dGRwQXdkNmt4enVTc0YrQkNDU1VFSlhVZ2lTZEtSRnU5TmM0QloyaFp6WEdlM1dvUmY5ZEtmbm51WnNQemV1ak4wMno3Qlg2bldwdG52K290Rm5uKzFqM2o1V3FQdll5MWEzczBidjQ3U3kzK0IyWFZkb3YySzlrUlh3MlBvNkp1eVB2anR6blg2bVluVzZwRnVndCtuV2J5N3dVUFN1NWd0bTk2d3hOT2pEWHUyYkEwZDlicC8yai8zY3RMYk00YUJqYm8rM3I3VVd1OWEydWVZMHh3WHJCWFBGT25QYWJ2WlRRSmVRVEpSb3U5dk5qckNFZEJKdmRxK0V4YXVEUUZHNnpubC9kam1uRkVXU0ZVaWlCVDFwSDBRU0JDUmVnd1g3b0M1Qm91aEs5TXBGcDBkS2lHZ2dldUhadEZ2T2plczg1eldPdjJtM21kM215OE5yWFhPTWpBV1RhbkJwMkxyazRlNTVoMjcwMEZPOU5mY0FoRkJTTlBzWTBWUkpVMjJRQlNUUk90YzFYN0xza3VrcHRHZHMwbDdhTTdlM3ZhclpkdzVMaTB4Y1dpckV0S0dRa0ZidDBrSkUwZ25nSzBLV2RJQWdyQzR0bkN3c0FxaDJaTDZ1YUZmRk1sQzVzbEtSQkdTZEx5dis3YVlpS2hWcUVvQjFpRXFkdktnMFJZaHErdmJxVkYwR3E3UzlLbXV1Wm1tdE5BTHJFUllBdFFnTEVaV0NreThzb2lBcDNrcTF5Z284bExLQ0ZXVUZnY1RYRkhVUGtCcHZjdTlxVnMrQU9PVmlwWGhYaDNXWldKZFQvR0ljYXljcEt1VDdrUHlyRmhPdk9wdHlWV1ZGSXFSUURFVGRSRitZU05VbDRoNUhlcFl3YmNubFVHWTlYOUZTbFVucnpXa3VJYzNLMGt3VWxlTVA1Yk4xeVpyaWxwSWxLZTVGV1lyaTEzZWFnbEpwSzlRanFIcSttS1VLS3U1R0NEVk5VRTBKM2JPZ25NcW9xWXlZWnE0bFJjWTFHU2M0ZWVPa0FtQS9qTkJUVEU5NFVvNGpVS1FVT2VYMEcvbUZGSFVidWFWa21UanVSVmttamwvZkdtVVppSUx3WmFtVG1rd2NyQ2RNa2lwTHlNZVlrR1ZsV1NZcUtqWW1WOVRDeFFySUVGTHMvQXdOeFNzNFJmbmtDRExtbFk4K2VmbGcvbGRVSVovSnlTZUI4QVUxVk1ZZ2xiRkhNemRIcWlMWFpJNVFUY0ZGYWgvZFlaZVlualJFaEpmSTE1TWl2TVRtZTRrcTRvVDBmVmxpZWx2TlBRNzB1bVJaMDVlM05GbTZEeU5rV2Jzc2haZFlUajdaSTJaNTVWTlRIREZOUG9vbXZNUXB5MGQ0aWNYMHBPRzZ6RkU5Mzdxd0JxVjRZN2x4ZVhkVVR1Z3BxaWNnVDhwTFREWkhPVDNFZUFFRnZjT0h6NTVoQmRCK0doMUk5dlZIWkN5aDJQR0src1AxZkV0TDFaODdpQ2YwRjlQZnhKSkFoUDZxNmM4ZmQrYnJyN1p4YVZ6UDE3RTAvWGtEZjBKL01mMU5iQ3hONksrUy9nSmoxVno5MVRlV2pTZWZGNklBeUhQWGhmd21tQnFTa1FTWlUwT2xzaGRMSlMvT1BuZFJvYWZXWk5McUdZZE9OV2x1WllXbW9wckN3cVExMUtUNSt1S2J0UHIwVjFOSVJkRWxGcDNoNnM5TldoSDZpK29QaXE5MFRkSWZWaVZWaitaWkJVS2F1aXpwc2VNVjlVY21IMUlSZVZpSitwdll3TGZRWHlYN3gwMDhDZGkvK2hLNVNEMGhGWUtWUlAxNXcvRkNmMUg5SVRHazBDRDlFVWc4L1FVeVNBTDZZMFBOc2VOVjlWZFBTQ1ZWZnlMREpFbC93djlzcVA1NFErcEIvZFdXb2tMcWliOFFLRXR5UWtqVEcvOFgrb3ZwVDhSZkdxUS9yR3NTSnRHVWxZRCtNSDNXMlBHSytwUDk3MzlHcDNkK3pUUVN4QWRWSUNFbHJFQUZTWWorQytpd3lISnRoUVdZcVJpMnNKbWpGRmsyMW9uVHUvM3JNNWM3eVMxTjdvMXk2WkN0Z1piUXdERENOd1NpcmN2Vy9Fbkl3Nk1uQTZERWx0d0p0akc3OVVMWFdyM1NZbHRPaGZ4bTVqeWs5NHpPUC90ZW04YkFXQjFTZkp5L1pFdmduTEhWNlY2YmI0OSsyRDErY08va3ZkZE85dDl1dDVZN3YyRTlrRmJWNjR6dGxsdm9ZMzVoUzdTc2pZSFIzL1FLczFmU20yL1RIclRjWnkzSTJ0bCtDcWZSK3YzV2tuUGk0aVduenNPK3QzbjArYjNEKzk4Y2Z2ZmEwVnMzRHQvZkc5M1pPZGpiTy9wNi8yai93OU56d3o1dGlENzduMVBRM0xnbHhydENlTHhzZjNMNzgrTkF4bzhYVGVZRHNkV2FxSFFWOS9VUTUvVTRTeEVXb1NWRTFPdlZuWFYvbEJ5RkpCRFRFYkxmaThDNGlHQXRZZkFHTmpzaFVTV2doVzhQSWRKSUJrUDVOM1J5QTdFRVZCZXdKRnFrRDlUSUE2UTJnOGNrdnliQWZ3SnVUZXlxWTEyaURvNVRFelZhazhYTXh6K2JjbXYvT1VKdk03MUxKSlhGZjZjeTF3U212ODdVdGw5SXFjTWk5NDVuTTFzeDZYMFcxTWFUM05zdlpEN1NZdVlaTmRsMXU1RzhaVURQYjdHbFJxM3RzY1gzYmJUdFgvam4yaTF1VzNSN1VjN3Q4SktlV25oSlR4eGQwcE9aaGZDU25xNVJjdXZCTS8wd2FQcHA2WjNWQk5zUEFKTFlHd3FaSit5K050ODhRVFpBQy9qMnlSdlJMZTREZ0dJK2dPNTV6WGhzb3krRE5XUml6MjNHbDQyMU5ibUFhd0NqcmoyZW5SdWY3RDZvMnZoMStPOEk0c2c3WWd6ekpCMTdSL1E3Rk5SUTZycHl5VDZFN2ZxbFBqL3luaC9KN0MveS9NVmNDOHh6TGR4eVUxd0xVTUsxb083RTRTZjNUMTdaR2QyNlVkeVhDSzlNdDJJRjl0aWVYY2piQVBMakFGQ1BBMUNQbytEWWVNemo0SnVFbko2R0ozaWVrNURzWitRdUFzY01FMGd1aVA4Z05SU1IvQ0FGdnNEbDVIelFLS1NEWGdtQlhvMXlYb2x5WHMzRVBKNGk1c3VQOVJYRXZPWlJCWTR4djY2dlF0WDBzTEt1R1NZd0JPWUY1bk4rZy96VHQ0ZTNQNThBNWtrTTg1QWlIaXIwUDAwZ1hpQytEc1FydVJGUFFDYmVkWXJ3MmlkTEY4UTdVL0Ntc1ViUHdXT2Vya0wyTitiN09JNzBrK0k3QUpFWWE0enRLcEVTM280QU85ZC92N04zL01vRHl2YlJyWCtYalFpbTRGMk40UjFSTHg1UnhCY2NYYWtaN3lFUHJUamFFeTRYV0o4aTFzSDRoM1pvLzBxanVnWWtvam9qQlFGd0tBR29ZOHFHSkgrdy9KUmpBbUEyMWk5R3hoQnk0aG8wa2M3VXIvYUdaQUsvV0tUNURZMlFKT09RU3hSb2FBRHQ4YjM2Um1nbWdtWjUwa0ErK1A2ajBlczdsVkVNb3loMmxCcEc4U3c5YkJZK1YxRjR3RUF0Q21KUDJqd1lnNUNwZDMvYWlsdEtlbFVna1hRb2gzN1hRTkoxUlNjcEpmSmJCaXF6eERwMEltcnNJMVBOMk9tcm0vUnFDUFF3QW5vMXlubVl5WGs0SGM2WG50b3VPQzg0WDV6ekorL2RPTHovelFRNEh3K2M0MktKdklMemd2T3o0RHllQ3VmTEw2RWdPQzg0WDV6em85L3VUSWJ6OGNnNUxwWXdMamd2T0Q4RHpzTzgvcnlpU1JDblVaNE5zQ1RBcC95czVrZU84ampTeGtIQVEwVkNDZUYwZ1hjdlhIUDQ2b2VqT3pzVjJJNmpiSWNjSDM2V3NSb2lTekt1Um5aSHpOVzRubFlOUWZVWlUxMlppdmRlUG9QbWtlTzY4TjdyR0I2dFoyQTBUdmo0d0NnUlVScmh2VGVmODlwME9PLytkb25ndk9EOE5EalA4aHYzM3BvQTUzVUJkUUgxcGtNZDVVMmxBWEpXVEVaTlNIMHZ2OHpPSXdkMExTVWdnMFZBSm9Qa3h6ZS9PUGh1ZjNUdisrTmJYeHp1ZkR6NjROMEtQRmVpUEVmeExCb3l5Nmk3WGoweTQycTZHdC9UNmlIb1BtTzY1dzI0VjZCNzZjeDNRWGRCOXlMeG1HQzYrdTY3aDErL1V5dmQ0M0YzTXNzMGRVRjNRZmRNdXRlWU5rUFV4QUhWOHN1RVBYS0VGd0daT3RJanI5ODkrUEhqQ1RqdzhiUVpVbkgxSWhHakVaeWZBdWZ6QnQ2aHJNYlhLWERjZXBmekN2VUpRTUp5a0EyZTd0VDgyYW5VVDRxMWZCRDhRRWFTa2pUa0FZQUEvemdTLzcvckw3T045L2ZHR3lmLytHcjArczdvemc3ZGMzeUw3U2x2RnB3Znl3eVpoVm5HNlQzRjh2Q2Qwd0trRmVHNi95VjVXKzNxV3VhaVBueXd4cmtENmppeTRrQUkxRVRGa2dZVFFOM2MrVXJOQjNVMHloV0V0Q3BMZ3REWk01Y085KzhlUC9pR3d0ajVTUDMxazVmL1dBSEpzUVIzREdhSVpQdkhkTXZqT09seWdlTHBvemgzdW5rcWlWRXlpUnM4bzZqeEpFNUxQa2NDeExtbUZ1MStWUUc3c1l3VmpHWVpEYWxFM1lTckJYU25EOTBwemVVcy9kdWhJaWd0Z3RKbHNzSC9NSkc1bkpnemwxTUVwVVZRdXZtY3p6dnJoem9hVWd3L1lROWJvVTVkMG0vVU5wZnpqZmV3OVN6d0UwWFNsVVR3QzArN1BaNEc1QVNmSFNOdzhwZnI1UzBBam52ZDZpeURIYTQ0cXdROFVvb1EvdmYwdVp4M3NCQm9xVkVQTFlYSnpaMWgzM2dtQXlVbDdLR0xzRWNHalA5Mi9mRGJOOXpmdFByUFY2Tzl6eGlWdlorMU9uanc1dEdEM2ZKc2huSHZmSlpqZzB5Z1ZiaWNjTGxnOHRTWlRIS1BDU3BaQ1J4RVMwN2dhUEFNK2Vaem1XUWtjR2gyL29iQWN5cWUzN2wvK09idXljMmJKKy9kT1BqdXR1TTZILzd1NXNIK3A2UGZ2MzF5L2VVS2JJNmw4NUdaRGhJcWxmTTIwb29Rako0K28zTlBsY21NWjFEZk9ORjNidkJreU1ZeldzUXo2a2l5KzljUG81czNScnQzcWJkTUdlM01saXpQWlJUTHB5T3pIRVVVOFl5ZkhKZnpqaWRDbE1sbExZWEx6WjNHMkhndVE2REdXejZVL0F3WW1BV1hVek02UHR3NzJMdnR4REpHWDM1MjhOK1BqdTYrNmtZNjdLZ0hnL1ducng2OWRlUG95ejhmdmZQM0NzaU9oVG04TWJQWnBFQ2p5c2hPSzBJZ2Uvckl6ajAwbUJxQ1ZoQk1ESFUwZUU1aTQzRXRRdENWT0wzNzE2UGI5eW1NajM5OC8yam5EWGMrK3Y2dG8zL2VvOEIyNWk1V1lITnNlSkRNZEhoUWhLQWZaaWJQTGRIS25Qblovd0ZRU3dNRUZBQUFBQWdBTEp2OVdQSklJa01kQWdBQWxRY0FBQlVBQUFCeVpXeHpMM0JoWjJWZlptOXliV0YwY3k1NGJXeWRsVStPMHpBVXh2ZEkzTUh5cklmWVR0ckdrc01JaWlLTmhBU2FEbisybWNadExaeWs2Z1JFMlhNQTF0d0JEb0RnTmtqTUxmQkw0elF4dFpRaDNpUlArWDErNzdPZkxTNCtGaHA5a0x0YlZaVUpwbzhJUnJKY1Zya3Exd2wrZFoyZXgvamk4Y01ISXExMlJWYWJOMlFlTWE5MHRidHR2NDRSZFBrMndZeHdqRjRuK0d6VlBqancvVGpENkhvakM5bkV6T3ptVTVWMWdzK2pxWlZZTWhnWVhjbFZKK2tUcEh6eWorQzRSTmlRWXphUjBBcUVCSVpOZ3hEaXpTR09QVnBkU2RFRXhnZ3RScHg2WXF2RlNGY1pYN0taN1B5Sk0wa3p2ejk4cU1ldFh0VHAzZEE4bEpIVmkyNnlQUGZYeWgzZmFDZERTTGFhUkIwb2dzR09FYW5TT2kzcXdRNkNXR3NoNUxYZnlnUXZLcTF5akJyNDh0bkIzZUEweEVNdlpOSThEVEhqdlJmaVhtanFnMkRCZkZEc2gyWStpSHJUZ3lZN211dllLWjZyVXJyMlFxeFZOVzN4UnFyMXBtNDZCT0NEdDA3RlBTSWNFRmZWKy9Kd1FFU2pjTktia04wYnB6dzY0bUdQTUN2dUk2Z25YNFBEWC9Oc20rQW1PaTRCTWtqZzNuSWljQlpFekRmWnpsMGdpTFh6bWIyeVVKOWswNkJwVmlpOVQvRHZYOS8rL1B4KzkvWHozWTh2VGtOYWtGRm1RZGc1SjBuVXR1cFplNko1bEVqWUtSbjNGL1ZleThObStYOU55cWVkWmp4ZTB6bTZ6VWt5OUU0ODFkWHluV3RtRTJ4TGdRSzJzQUpnaS9IbGlWWnJ1T3VHZVI0SnltZW5pZjU1NXM0cVhtWnIrV0pibTJ1MHJ3cFJCUHNoSlBEUTNtRXZnZ0ZpdXRoZXNYOEJVRXNEQkJRQUFBQUlBQ3liL1ZnazhOdjRPZ0FBQURvQUFBQVNBQUFBY21Wc2N5OXdZV2RsWDNKbGJITXVlRzFzczdHdnlNMVJLRXN0S3M3TXo3TlZNdFF6VUZKSXpVdk9UOG5NUzdkVktpMUowN1ZRc3JmajViSUpTczFKTEFHcUtjN0lMQ2pXQjRvQUFGQkxBd1FVQUFBQUNBQXNtLzFZbW54ZDlEQUVBQURZT3dBQUNRQUFBSFJvWlcxbExuaHRiTzFiM1c3VE1CUytSK0lkb25BREZ5TkowMThwWlZyTEtrM2EwR2dydUhZU3A3V2F4bFdTc28xN0hvQnJicEc0Z3dkQThEYVQyRnRnTzBuVG43Z0xIVjMvbkpzMngrZkg1NXpQUG5hY0dNZlhRMWY2QVAwQVlhOHVheTlWV1lLZWhXM2s5ZXJ5T0hTT3F2THhxNmRQakc0ZkRtRkEva25raXU2a1U4ZUJWbGlYaWN6WjY3cGNKTDl2d0JEVzVWUGJCMWV5MUFiSU0vRVZaWWdGVStFbWRySFB4UFJFNnNUclFYZWFrM0V6eG83RkRKNVlGdlJDdlM0L3M2d0tOSW05aUZJakZFZXZsbW9UU3BGUW9GTXVsL1NFVXFZOFZRQTFrRkFxaEZJMGdXMVBwQXFFVXJKcXR1TWtsQktobE0xSzBhd2tsQ3FocUNwd1NzV0VvbEVwV0MybVVwcEtWZHRXeGJSa1pkcDFKZlY5SVNKUk5ETWpPUitUQ3pDS3VPY2FXR09uRDBhd2hmMGhDS1czWTJRTkxrQXdxTXRIMnJ5YWlVUUx1VzRzMEwwWkVhc2Q3Q0tieDU1bVJYcEhZeHBmc3BUNlJvQ2t6amcrSTZ1azluZ3M1OGlEU3prbVhPOGg2dlZEMmhPZGF6RlZTUXpuZGZHaGJrYXVKbGE1c1ZqcXFhRk1KWE9iY3YzWXVTMHNEM01ianowNlkxSFc0dHBnMEVVZW1leks4aHdlMnRDWjNNK2k0NTVlQzNBc3Nxd0NEazFrUEc0WEdVOVZpb3p2YzdIZmlvSWcxZ1hMZzdCdHFCQ3BaaElpMWF0NmVUaXBqdXBnVlkwS29hN0RpbE9BdGFRUXFxWld0SGVwQmxUdlI4c2xDRVBvZTJ6L1hSQjd5WDlERnpmMVltakh6YnNTL0J6SWI0SVI1V1RqSy84UVhOK1FPcVExKzMvTmRZNXRsTWkxeVBVaXQ4ajFWdWM2UndGZFc2Nm5sMUcxNWV5bm5uM2krL2hLNnFDUGtPN1RtVkRwc0txL29mQU9jNHdtOGkwWDVqdm9PZlA2MEVjaGI1dy85aTRSbG5aaWwvaVk1d1lGN1NBbXNoMStwQ0NlS2lmdEFnQmNsWHNQQUVOWlVuZU14dGcwZDdRbWJRdksxdmQ0WTRkUXh0b1BGQUJpbWtuYUJRQzRLdmNlQUlheXBKWVlIVUxEdm5qSmJWTXZ1YzBpaGtUYkp1b3E1YndqSndxQm1EMzJkazhyMEpJN09QdGFhd1FFY2dkSFFHQUxJRURhK0lzS293dXZROWJGSUV2dHBKWFhyZFd5YmlqTEZPZTFHaTM2OUljdStrUm4xdHVaellBanNxcXlheVBPN1VCK21jWUdzQVk1WDIzbWQzNnFaWDRlWVFaNlBsMmRTUmVZVG8ycUxEVUd2UllLazl1TVQ0VVdKcXZvV3lGcVplNUxvZHZmMy8vOCtuSDM1ZFBkejgvUzg5dXYzMTRzZkRiVXdsNFlmVWwxSG1UT25pbURSUDh1S3BhbGxndDZGTEdNSVRxNDA3TGZybHBWVy9haU5iODJkVVliQi9RYjBqYnJLV2RvN0lXbjkya2ppeDBPR21Qa1U0Z3Y0SjVWOTF5ZnlEV3hsNmpQOG9NMnM5V0ExQWx2WEVpUG5jbEVRWmFFSGd5QytiSElsOUswOVlnWkNyLy8wVEtXNzFvWGo1QTFiYW1GZ2o0TkdEV0toaEV4czUremtoUHVITXpaaC9hNWVOclFCU0hDWHRCSG80bHQydGRMRVBZcENMaGhiZEM1RlBnM2lWUkI1UjAwaklmRGFiNVNtWk1uNExwNEhDWjh1c3FiMkZ4TXVreTIyR21vY3NjNDdzdDhraFlCa0ozbGVIQ3d4cGdjazhoZC9JOVducjlRU3dNRUZBQUFBQWdBTEp2OVdBQUFBQUFDQUFBQUFBQUFBQTBBQUFCMGFIVnRZbTVoYVd3dWNHNW5Bd0JRU3dFQ0ZBTVVBQUFBQ0FBc20vMVlvTUZFTWEwQkFBQTRCQUFBREFBSkFBQUFBQUFBQUFBQXRvRUFBQUFBWkc5amRXMWxiblF1ZUcxc1ZWUUZBQWNsZktkbVVFc0JBaFFERkFBQUFBZ0FhWm45V051dWVnbm9Ed0FBTkJJQUFBZ0FDUUFBQUFBQUFBQUFBTGFCMXdFQUFHMXRMbUpyYVhkcFZWUUZBQWZYZUtkbVVFc0JBaFFERkFBQUFBZ0FMSnY5V05GQ2VvNUlCQUFBWFFzQUFBOEFDUUFBQUFBQUFBQUFBTGFCNVJFQUFHMXRjR0ZuWlM5d1lXZGxMbUpwYmxWVUJRQUhKWHluWmxCTEFRSVVBeFFBQUFBSUFDeWIvVml5aUtQdWNBNEFBTS9VQUFBTkFBa0FBQUFBQUFBQUFBQzJnVm9XQUFCd1lXZGxMM0JoWjJVdWVHMXNWVlFGQUFjbGZLZG1VRXNCQWhRREZBQUFBQWdBTEp2OVdQSklJa01kQWdBQWxRY0FBQlVBQ1FBQUFBQUFBQUFBQUxhQjlTUUFBSEpsYkhNdmNHRm5aVjltYjNKdFlYUnpMbmh0YkZWVUJRQUhKWHluWmxCTEFRSVVBeFFBQUFBSUFDeWIvVmdrOE52NE9nQUFBRG9BQUFBU0FBa0FBQUFBQUFBQUFBQzJnVVVuQUFCeVpXeHpMM0JoWjJWZmNtVnNjeTU0Yld4VlZBVUFCeVY4cDJaUVN3RUNGQU1VQUFBQUNBQXNtLzFZbW54ZDlEQUVBQURZT3dBQUNRQUpBQUFBQUFBQUFBQUF0b0d2SndBQWRHaGxiV1V1ZUcxc1ZWUUZBQWNsZktkbVVFc0JBaFFERkFBQUFBZ0FMSnY5V0FBQUFBQUNBQUFBQUFBQUFBMEFDUUFBQUFBQUFBQUFBTGFCQml3QUFIUm9kVzFpYm1GcGJDNXdibWRWVkFVQUJ5VjhwMlpRU3dVR0FBQUFBQWdBQ0FBbEFnQUFNeXdBQUFBQSIsCgkiRmlsZU5hbWUiIDogIuWvvOWbvjEuZW1teCIKfQo="/>
    </extobj>
    <extobj name="1BCC2C28-871D-48CB-8BE0-2867F7803ADB-2">
      <extobjdata type="1BCC2C28-871D-48CB-8BE0-2867F7803ADB" data="ewoJIkZpbGVDb250ZW50IiA6ICJVRXNEQkJRQUFBQUlBSytLSGxsU0Jvd2pyUUVBQURnRUFBQU1BQUFBWkc5amRXMWxiblF1ZUcxc2ZWVHZUNE13RVAxdTR2OUErTTVXQmd3Mm1jYTRPRTM4bFd6cTV3YU9jUTVhMGhWMU1mN3ZsbTdUcldOQ1F1RGV1M3Z0dlN2eHhXZFpXTzhnbHNqWnlIWTd4TGFBSlR4Rk5oL1p6N05ySjdJdnprOVA0akZQNmhLWXRGNSt1YVFUZFZ6YlVzaHVqT2pJcE1aMFpIK1J3RS83YWM5M2ZDOE1IRDl5UTJmZ1o5UWhmcFlOUWdvUUp0NjNyZXBiNm9xZkJLOUFTSVRsSnFLamw3WGtkM1RGYTZXdEZPenVMampERWdwazhJcXB6RFZPQ05tblhOR2lVTWxIUzB4ei9qRVJ2SzRlYUFrdCtMaENIZTBFKy9ITFJPSTczTElVUGh2Y1VKMG1Bb0Q5TFNza1lSdmhCbkNlNjFVTitrYUZwNExLakl1eUFUK1E3WVAzeXFGczlTL2xTZ0NWa0c2OFdmZEdPM2JJNGtMRHJoZjFXMlFRanNFYmliRjZOSXdlVVU2VHlQR0k1WHJEd0IyNlhtdTUxb1J3MkhPSG50a0RPb2RsdzZ6VWkxR0xWcXFjWVZqY1BaaWhlRUtabEkrVlZFM1l6WC9sWWpHbUs1MS90cjNKR1RGVjNyaVlZYkpvZU9adWtQMWhwdjJTQ3JuZHBvRmRJOE5sZmdUVWljMVU2LzVFa1RuTjYrUXRJUWo3SnVHWm9kdzlEWVpqT1dWejBDdmZGNCs3aDMxU3V4ZUxhUTRnRzFiYzNmNEQxTWNQ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ytLSGxrL3o5UHdQUUlBQUNrRUFBQVBBQUFBYlcxd1lXZGxMM0JoWjJVdVltbHVqZExkYTFKaEhBZnczKy94YUlvbWhDT0NEQXk4NldJWFhUY29sb3RhVURZaUd1MG0yTFI4SlYyK2JCT2MyNXp1SlNOMFk4T1NhcUFRcVpEV01CYWppKzY3Nkg0WFBvOUhxUCtnaTU2akIvWjJ5bTRPRDN3NUg3N25leDVzZmt0bWtKenUwMXh1djY2M1g3N3B2d2lEU3dCd05RM3d5TVlmTUpUaXArc0ROd2FHOGFiOWx1YTIzVzYvWXg4WkdnODhETU5kdklmM2NSUWZKQUcyeGhZQkx2aE9vWk5ZQlpVRHRCTUdOS2x0NmE4L3puRGl5aWlnV3luWURRRjZwY0FKV2djUDlMYjB6KzlqUE5nYkJBd3FCZkZod0xCU1lCa0JqTXFCNjlBYkM0RFRTb0ZsRlRDbUZPekZBQ2ZJV1lFOFZybEFUVTU0dFI2ZEd6U0lQdUlYa0hnRThWT0ZyOVVxVmxpMXhyWVhXcytUTE4rZ0c2Vm1vOEUzQTRQZVNCd3VrN3BQYzk1cXRwcjNod1IwRUxPQVNKNm9BaExzMDA3cWd2dndwTkFseFVxU3B0N1JwWUk0dHlONTJnbWQwNEJHbFNjUU11azVhakZhakxaMGN0a203K0g2TjhyYjBpL3pZbkdlcGw0Y1F0MFNPaE9aT283eXlUemtuSUN6QWdtcHdsMDFjbENOQ0xUOGlxMS83QmFtS3cxYUtMQzNjVlpmN3RnT25kZEFUcElPYkJTTWdpMWQ2ZzlJRitFU1lLQVh2TFZKOHcyMlVXbkhFN1NSbGIzZ01jOHJmMzJvaDhkeVZiWmFGc3RWdXBOcmJqK2ptWXBZVE5LVk5Sa09LeGJkNVRjMjhsOExzSHk4VlhoL2NPTU83TkpGRldGcDJxa2VjSHN6MDhyVzI0c1ptaWp4ZGZtaE5WdG50YzlpZFk3bGFqSS9mWVQvblhncTljNEN6dnlWajNiNWVKcG0xcTU1L05IeFZubWRmY2pKWXV4bzRWOSs2WmVGQVA0QVVFc0RCQlFBQUFBSUFLK0tIbGtNdXYxaGlnZ0FBTHBSQUFBTkFBQUFjR0ZuWlM5d1lXZGxMbmh0Yk8yY1cyL2NSQlRIMy9rVWxubU8xek8rcTlsVXphYUJTZzBLM2RBTGIyYlhTYXp1cmxlN1R0dndWSHJqVGdHMVJVQkxSVUVxRWlLSlJBdFZxdkpwMkUzeUxaaUx2YjdiZS9GdVFEaFJLM3ZzT1ROelp2Ni9jMnhQTzMveVdyUEJYREU2WGROcWxWbkE4U3hqdEdwVzNXeHRsTmwzMXBiblZQYmt3dnlxdm1Fd1o1YktyTURqSDhDajI5YTIyMGFaeFZkWTVpMjlpWTZQZm54KzlPakpIR0NaZHkycmlheXh6TnRiWnUzeWl0NjlYR1o1bHRwWjdWanQ3c0w4QmJOdWJ6TG55eXprUlpVdExjeS9hWmdibXpZdUFhTEk0NUxLUlhMR1E1RmxGb201Vld3R1g3bUVyeWlRSnhlZ2Q2RmE2MWlOQnFuSGN6SVBvQ3g0eFpkb3NZUkxTcjZ1bk5XM3JTMGI5YURhMW10bzRQZzJnWmc3SHltaDkrSnptUmcyYXJiVk9kVXdOMXFrcjhTMGEyL1piRFNXclU1VHQxSHBhc2RzMlZYRDNtb3p5Nlp0VzlWTnc3REpvTjcwRHM5N2g0dDY3ZkpHeDlwcTFja3BjUmNhS2tCRHBwNUNKNXJDTXUrMFRIVFliTExNV1dQZFh0RTdHeWFlU0R4QlZ0dC9lZzVYOGhjc1dxZ2JUVjhKNnVYYXB0R2tNeTNpS3JyWmVzKzZpbjNMbkY1ZlIyTWxoM1MyVDljNytsWFdxVkt4R2xhSGVHbGdoVmJBWmFKbmVzMjRGaTZxYnVwdHd5c3JrVUxrV1ZLTWV3SjR3VjF0S3lzVnE5VWlQc2N0ZC9SV2R4MDUyTGVhK09CUzhxOGpBQVZPU0ZoS3NvYlhSV2d4bFh3TmtPN1F5UXd2NnNBMG56VmJ6bTMwK01LZ0s4UXo1L0NFdWd1S2RlNnY2RzE4VHE2NVpkaW9NK2lxMVREcnFCM3FZOC9kcEs5cmFGWGh0WWdOdkw2K0xrcjRGODJjc1k3T2tWVHBnblFNdW9kTy8wcStRYUZXalN0R1kwbTNkVFRZcmJiUm9kcHpWclIzN1EzRGFocDJ4elM2ZytOdHB0S3d1a2FkdW1QRnVtS3NXUXZ6eE9uSTVZb21nTERUaWM5RkRrcWlLRVM4N2hxb2JIVjhsalF0WnZLSW5UbW9SZWZ1RlBHd3lzbFEwY0sxRmtrdEFEbEpBV0s0WW9Vc0I0a1RwR2pGcGNUbVNvUE9sbHluZUlmRVY4VFhWWHU3WVF4QXNXZ2c1YTNhekVVWGNwY28wOUNsMDYyNmN3RkN5TWtxdVNiTHBKcFBCTXh5dzdobUVhdGxGblZxYlJPdHpKYlI3YnJkSXEwR3hhUk1YVXlLR09laFFrelRGTk5jWG1vYVMwemphdW5ZcEtTZ0RrMHVKUzBYS1FtYXhFRTFJUzZKRXFkTVdVdmdQNmtsT0ptVzVpRGc1RmdCQURRYlVZKzdsWEUzUFNPQUg4bUlXem1veGNTZXpNVmFJV0tVT0ZtQkNYRXRybElsc2RKU2NxV0psU2dvUWloMmVXSVVnY3lwempYQlNjcVQ1QWpBVUhvRTB2VDFLSU5DalBtTE1WRkhrUWU4aEhpV3FLR0lnUXo1Uk83UFVFNjBnN01TVFhveU9LeGtaaERDRkRtT0xZVnFwcWVhQkp5UEtKMXhvczg0d2VkNFk0OEdjb2s5RUV4ZFNJcVRSQmNxQ3FoSUxtTFBORVRqUENIRmlpYmo2V2xZeWVUeldpOVZNcHBZeEo3WnFxYUlQVVBMU09XMWZHTFA5Sjk3RkZrbzNrTk1SVWpGZTRpWnZvZElEV3VpbW9zZWVTOFgxTTNXbWJxaEo0Z1JLb0FUNUtBaWtkQUU5T1BUNVNqZlAwZFdaS2FFOEpkQ0toMmUxOWNsa2JUaTFjOThTVCswVm1NYkdrcVkrS05pZ29OaGlIY0NDSHRYa0RndEFYcm9aZ0JrSmMzSHVPbkZobFc3ek9BajJpSFB6VEdEZE1kSWYwaGJtM3BIcjltSUoyY3VrcHh1V1crYWplMHkyL3RyNS9EVjd0SDN0NDllZnNVeVZmTjl2QUpSVjkzRnlES08wZGM5WTZ2STFrWkhiMis2eHNpbjZUS0xWbEMxalQySS9VeS92UktudGR2TUtyMnhjcEgyMlc2N2g0ZC83aDQ5ZW5Md2RMZS85NnovNHZiQmwzZjZEL2Q3My83eTkvNytmTWx1STBlMDhWL1VVR25naVVGUmdKZnZrVE5uUFo4WUZac2dqRTAwTmJMc1RJMUVwNFpLTnlOekQyQVRDaG9uYS9TVGlUeUVrUVJzVWhGN0t3Z01UUGg3Q2YwTkVIWkNTZUdBR213ZVFrR1ZNaDRJNGh1azZZeklBY1ZocXhRMjZXRTBOSUJVTjdnODhub0N2QkhFOW9SMFhkUTRJTW0wSjBxNEo1WE00UytsTk8yTkl6Q2I2VXNpeVZiOG5QS3hjVEI5T2xOOXY1alNoMHBzaTB1WlhreWF6eEcxY1NxMitjWE1JVlV5NzhqcElaVTR5ZDFUYzZhSjkrMVkzVUdjOStJelNTMjhlNG5IU1RRbk8xeTZ3ZjB4YW5CL2pCamVINk5HOXNjNEFjbnBSMXpZaC82d2o2eWJ0WVM0RHlRUURFdWlNMlZlV0lLYXlvRmNQMEtBN0xqdmhxYWFteGNQRitkaE9IRVhqeTlKVDg0RlVDZ1BPaDJLSWFjckVwZmdjWWhXdFNwRVA2NVBrQWtNUmkyNG94WjQvQnNhOVdqWmdSaVhIVGgyVTdJRE1FWjJRUE9DdzkwN3ZZOSs3WDN5K1BEbXE5R1RndURHaURYTFYwSzM3UVhTQnZVRUFDTDZvMDZXT3NTemZjaVVBU3MzTHRJbkp3dERWUmNqa1FVa0c0a2ZRQTRta2djeHduUFhrS0QyVXoyZDFIS0ExRW9ZMUhJWTFFb21wK1VaY1hxOEYvWUZwd3RPNThocDlCVFgrK3ZXNGROYnZZKytuZ0tubFFpbklXSTA1TkdmMFQ1dkZwd3VPQjNpdE9weUdxMnZWRXhEaFhNQTRhZUdqOUtpeW5OS1pPT2trMDBMNDIzOWxvQXdQS254UzYwUlNBMytuV0RtbzI2bTJSaDFNM3ErbGQzbjI0aWJBZURFVkRmL0s4RE1UeHZIdlowZit0LzhRWlBuM21mN3ZjZVArejlkN3ovL2RBSW93d2lVdGVNa3J5UEdTZWliWWdLS2s1QnpzdHFUY3BkTUZEbkQ2M3BRa2plSmxRQ0lZUWpFU3BqRE1JdkRPRnNaaXNPcU1ralVramdzcDNCNHJMY2EvenNLSzN5TWsvMFVGZ3NLWjFQNDUrOTZEL2Y3Mys0ZVhiL1IyNytYSjN5QmRJendkUlU0QVh6VFRCVHduVDE4WjVRRWsyMlFCWDZMSkhnVytPM2YzK3Qvdm5PNHM5ZDdkZi92RjEvMDd1NGVQcjNUKyt4QnJod3VrdUNDdy9seEdQSXo0ZkI0cjR3TENoY1VIdmRWUlAvaDlZUEh2L25mRWs5QVlUbE1ZVGphUDNrdUtGeFFPSlhDY0ZnS1N5TG43UE5Mb3JBbWNyd1VEd2k2TWJ2Z2NEYUhCU1hxWmorSEZablRndm9wT0J6bThORjNkdy91UFQvNjhHN3Z4aS85dldmbzRPQ0Q1LzFuTHcvM2J2YnZQOHVWeHNKeDB0aVI1RVNmNVpKTkZEU2VQWTJIZlRFTUVFOHpjbUlGSk9mRVpGdCtRZU5NR21zdzQ5VXdraytSRldmUitQckh2YnNQbGh2V2R2MWc1NXYrNy9kekJmQnh2aHgyVlRnSmdGTk1GQUNlRFlESi8xeTQ4Tm8vVUVzREJCUUFBQUFJQUsrS0hsa1c4SFNQM0FFQUFGY0dBQUFWQUFBQWNtVnNjeTl3WVdkbFgyWnZjbTFoZEhNdWVHMXNwWlhkU3NNd0ZNZnZCZDhoWk5mYWRHMjNDYW1pazRJZ0tOdjh1QzB6M1lKcE8yWVY1NzBQNExYdm9BOGcramFDZXd0UHVuWnR3akltcGpmcjJmbjljejZTVTNyd0dBdjB3S1ozUEUxOGJPOFNqRmd5VEc5NE12THh4U0RZNmVDRC9lMHRHcVRUT016Z0Y0SkZ1NmxJcDNmRlcyVkJKOWVnWVRjeHV2UnhJNEkxSklSZ3krVFlyaHlqYUkwakFjZkJtTVVzdDRHaHprV1JlUU5QNVNDd0FVOHlIenVsZ0VQa2cxR1BSZkMrTGxqNGE3VldxOVJ5UGZsc3BPVnErWkJTZzVBdzh0d2xTQzJsMGpUZ1FnUnhwbFJlMmdwWnFNdGdObUUrN3FlQzMyQ1V3eWZIaStndEErU1pJZGNFMlk0Umd1NmJvSTRaYXRkUzFwS2twenhoZXRMU1ZxanVZWFRGK0dpYzVlZEN3b3ZnYlRXT0d1RldCSFN4bDk0bmkrUHVib1NUVm9VN2RjSXpFbzRTWXJVaDJLVlhONXo0T0xkdUZrQlRDZURQY3RUU0trcTc0M0NxVjFqYWlucEJ6SDMrQkgyRFVnZGh6TVVNV3Nqai9uMmluZkFsMGx5RmZIKzkvWHkrejErZjV4OHZScENVb0x3VEswbFVYSnBHY1hjTlNuWnJxUVI5N1djendSWUg1QithcExQVTdHeXVxUTBwdU5OcXVlbVJTSWUzZXYxelk1R0tMTXBFTnEyWVE0ZUNqK1MwVnVPc0VXUnZOVkdmTFBxdTlEd2NzYk5KQmgrQ3VxcTBJbm1FSENKWGZaSlFTMEhnNXBZZmlWOVFTd01FRkFBQUFBZ0FyNG9lV1NUdzIvZzZBQUFBT2dBQUFCSUFBQUJ5Wld4ekwzQmhaMlZmY21Wc2N5NTRiV3l6c2EvSXpWRW9TeTBxenN6UHMxVXkxRE5RVWtqTlM4NVB5Y3hMdDFVcUxVblR0VkN5dCtQbHNnbEt6VWtzQWFvcHpzZ3NLTllIaWdBQVVFc0RCQlFBQUFBSUFLK0tIbG1IdXl6U0xnUUFBTmc3QUFBSkFBQUFkR2hsYldVdWVHMXM3VnZOYnROQUVMNGo4UTZXdWNBQmJNZk9uK1JRdGFXUktyV29OQkdjMS9ZNldkWHhSclpEVys0OEFHZXVTTnpnQVJDOERSSzhCYnRyYjV6V1djY3RUWm8wbTB2czJXOW1kMlkrNyt6Nng5NjVHQVhLZXhqRkNJY2QxWGlocXdvTVhleWhjTkJSSjRuL3ZLWHV2SHo4eU80UDRRakc1RWdodi9STU9mQjk2Q1lkbGVpY0FoUTYrSndkSDc3cXFCYjVmdzFHc0tNZWVCRTRWelBGWEhrZkJ6aGlVSk1qZDhNQkRHYVJETTJBUFpkMXVPdTZNRXlNanZxa0RsdVc3NnVacEUwa3Z0bXF0M1V1cVZHTTIvWnlqS0VUa2VXNVRjZmxJcE5JWExjSm5hbGFrMkljNEhsVFNZdElkQjM0ZFl0TDZrVFNjSnFXMCtTU0J1MitCYUFCdU1RaUV1ZzNHblZUMVdaZDEzTGZDeEZKbzdrb2VneC9ETVlwK2xvRGErd053UmgyY1RRQ2lmSm1ndHl6WXhDZmRkVG54blV6VTQwdUNvSk1vWDg1SnIzMmNJQThFVHpQaXZLV09wNzlWQ1gzalJCSnYrTDRGVjB0NzA4RU9VSWhMRVZNVWU4Z0dnd1RPaEpUMkdOdWtuUmMxY1gvZFROMWxmY3FqRVdwcDdZMms4eDF5dldxYzFzckQvTXBub1IweHFKUWEyazA2S09RVEhZTk10bEJmeG9NdFlRZEMwWXR5VkdFM0lZY2hzeDQxaTR6bnB1VUdYL0l4WDR0Q29KY0Y1UUhZZDFZSVZQTk5HU3FiK3ZsOXFRNnJZTXRuUmRDM1RFc0w2MkRwZ21iZmcyMk42a0d0QmF6NVFRa0NZeEN0dit1eWIza3pkZ2xUTDI4dExQbVRRbCtCZWJ2Z3pGRnN1dXIraVc0dkV0cW05YnNkNXJyQ3Rzb21XdVo2eUphNW5xdGMxMmhnQzR0MTdQTHFIWTUvQ0QwZHFNSW55czk5QUhTZlRwVHFtOVg5YmMxMGNNY2V4OUZiZ0NyUGVnNURJY3dRb25vT2wvMUxoSFdOMktYdU1ybkJqVmpLeWF5RGI2bElPOHE4M1pKQUtISkIwOEFXeXVwTy9iZXhIRTJ0Q2F0Qzh1V2QzdGpnMWpHMnJlVUFIS2E0ZTJTQUVLVEQ1NEF0bFpTUyt3ZWtlRkl2dVMydXBmY1NFUTlvdEs4QVhrVzhGak9IZzkzVHl2WlVoS2NkV0xMOG1xTnBFQkpjQ1FGMW80Q3BFMjhxTEQ3OENKaFE0em5tWjIyaW9aMXU2emJXcG5ocXIybWl6N3pmeGQ5Y2pETEhjejlrQ1B0VldlL2UzRnVBL0xMTE80Qjk2emlxODNpd2MrMFhKOUhXQWVEaUs3T2xMMnpRUmNseDVoT25ycXE4SU01bndvVkpxdjBXeUhheTdVdmhYNy8rdmJuNS9lL256LysvZkZKZWZyN3k5ZG5oYytHdWpoTTBpK3BqdUs1czJjT1VPaGgwYkRLNU9uek9xTkZ6Z0l3RVBMM1p0YXNPN1dtYzJzQzB0K250ZHJXZUZwaWpTeDJCR3pNbUU4cFh1QTlxKzZWUHBIYnh5RTNQODhQMnN4V0Ewb3Z1UXdnZmV4TUpncXlKQXhoSEF1OUwyZ1p4bkxVYkUwOC9uUVpLM2F0ajhmSVZib29IdElva1o1bU8wV2o5R2p1T0ZOTkRwK2lLNERuUDdTdmhEbUZBVWdRRHVNaEdpc25JQm5TeExOcGtROUVGNHhnajg2bElMcmt3Sm9JMkp1TVJyTzRla09RSnhBRWVKSnduS25QZjIzVTdnYVlESmxzc2VjRWVWR01zN0ZjRFhVUm15MWtDMW5PTGc3V21Ja3pFVG5Mam1qbCtRZFFTd01FRkFBQUFBZ0FyNG9lV1p0NEgrOXZId0FBb1I4QUFBMEFBQUIwYUhWdFltNWhhV3d1Y0c1bmpYbDFVQnhkOUdYUElFTndncnU3QnczdUgyNWhjQXNhM04wMVdIQ1hnVUJ3RGU3dUdpUWhPTUhkQTRFZ3Y4bnUxdGIrdWJlcXBicTYzN3Z2MUxuM25kczNXbDMxUHd4VUVsUUFBREFVNUdVMEFRQ0VDYi9YUVFIRHo3NzBJajd3eXl0bmVUMDNBQ0NnLzNlQUZEVHBMZ0NBOHAyQ2pLU1dkKzVwWHBBejduN2JlVTh6ZFFlVlBUUEtGeUxRc283NSs0UE1keG1tOGlFV3RBcy9QYkluSlhDbmJkN1lMUDFvQzFsWkNaMlBWeE8wMldxbVNKWUlTQkcwV0FiZmVjZkxLN2h5T3FMdHoyMTlmU3RsMU5vYmpUSEl2bU5LTzlQZHdWQlArN1l3UFc0VENody9VeU1NRXpTL0d0NGJDUnplWGxxN0d4RmpQVnphZjdyc25NbEpsNmNyS0NyaXdUczBadytPbjg0THFXRVJFaHFRMHNFbnozdi91VEltZnJxT1NPQUgrR0FWOTJTajV5MkZ1TmdQVGNPSTdUMnhxOUVqVXBiQ3lwanBEOWdKbEVFblh6ZmltdkIwbGpydVBncm95emdGSHg2Z282MVZITVR4WjF0cFE5VTUxVmJSd2JoYXhzWFlYK3FNZUNaTUwvUzZvZ1JORWJkUWRTUHdrS2ttckRUUTdVZ0tsaXVZeWNaaTVETVFqUWtBL0FVN0xiSWtWRUtMY05udjJxb2FORWhVS3hYTXE0Z0ZrMHJxMUpGT2N2Yi9oaFpUQnRSV0M2UjBBUzBKNEh3ZVBSdTFEQUFpSUs4VU5YdFZDc2FzRWthVXU5SmRFMVNhRUV6cEVhblFUWk5SbHV4dUhnQ3VWbHA2RHVUdkIxQ0hYVHpIMEtNckNFa3ZmRmhhMmtaSHFMdmpxemh1eGNNc0htc080MDd2dzduaTZlbHZhWFRDM2xpV0hQM3ZpSUtKZWlzQkRaV0szdUJNQ1JBRW9jbjN3MXdGa0lyamxhck9BQ1lCdnNhbUduU2RVV0hqcnVFRWw2YnE5SUxlUy8yaW9nb0hUWjdHUjRmMkZaRjhIb3cyUjRUSnQ3QUkwYXI1K2ZsSlM0Zk5mc2dWY0ZxWHhoS2xpOWxhS0U4WE81emNsZnB0VmJNWXFVNkJTb1VzQTNDVlJiVWF2U2VNYmpXY1ZPbXYvOGlvaVc1YWlKZ3dRZ2I0VTZTb2Y5WkM2YXdpdHJDOTBjUUdMNEM0MEdwUWNOb0JsQVZFVVBZNExqVW1CTmZ3WkM5Tjl0OWtjUlVWU2ZJN1NmOVJ0S20yUzk1bU1SMVcvT0ZDbnpyUitPWHFzVlJNeE5zd01vTEx6TlplVUk0YzlWN1k5S01rTGtLaWc1aDdkSlRDNjRJc3p1RHllajBrSUNxWkJ2eHQ4bWR2R1pabkNFZ2RsTVpWaG93ZnZFeXY4TTBDOTV0SHlreGFTWWZTdXZaSlpjQzUwMzlkSVp0dFh3bDIybjlXNGI3OGtyeWIyem92VnY0a1F6TTFOWVZHeUhIaUZYQysvdUxTZ1VFZ2Z2dXoxcWtzeWhIcVNIdjd2ZnZ1Y0haUmtWS003MGNvZXA4ZjVObU5NbEhUSUo1QzlPR2dLQUd6YzlyRnJXZFFhN2c2Ykh0di9RUE9Xc1dxbkZhMWlkN0RoWjg1KzFCZG1kQkYxNXhPOCs4Tzc2M0I2UEozcGZyVlA3aHhEcldMdkk2ZGFCMzNQWFhFa1dPVzE5YklZNGZPdEVWRDFvRjVZdWJzbkJ3M043ZmFEQ0ZVTVZPVC91cmp5Ry9RWFV3SjRmZmFZWEtjTlBRLzFpK2h1djFtNXdlVmJaMXpCeHp2Qm5mMFJyVURPeXZOT0RoTllNUFliTy9EN2IrcmtBRVdFTlpWN2x6blZFZ1l2dHRua01Ra2hhdklQTjc5UmR1T2NuTmZ3NW9pS3Y2c0djZkdkQWFlSjRqYmIrUDkrakUyYXNSWng3bFl5cGg3RjNyUkpvSm41VitwOW9yVlY3cmVUdXlyckJwUDdVT1gvbEdJN0RsaHlwa1RsZFM5L2JTOXM5amgyMjRWczlxL3JBU3RmZ2RYSGtmVlRGczNqbTFOWVdVZ05pUnVhSVBuMnhsU1NsMFo5b2FlTmtWKzgyeThCZi9jVWdOUDFhVTZDZEFJSDV4bDNxdis1KzRROEx4M29ycWZWSDRzMUZxNFZXQVJqY0ZzcXFTa0pDblpWNWMvVXVDakxOYVA0aDNEb2JCcFNiZG1FR2Y4dWlyNGtKaHpIeEdZL2lYRzNMY0hRdUFENDJ5WjBWQlZpakJoOVZOeHpZbzEydE5Hck91MEdjblR2VjRrTnVQK2M5VGdDYW5uWHpSNGpFcnByUHZ3Q2FIWHBhaGxURk4vQnJRcXZMTEhKa3pnMWZGcnlmSFNldVJWOEFrSE4rZkorRm0xMlYzUHRLR09jTk85Ylo3TFlkdThHbzArMUxQK2k2Q1luM0VaSFdXSHNEZTFlTHNuUmVLYUhtSXZBVHVMbkZHMUFxbWlxOG84R3dIYXpQV0F2NmJLbm1TQk9xeFE2YlY1OXZpN3REc05paHJUYUNLRVRjVEhRTUFGSUdrM0JOUFNyUnZvN3BiM0l2WWpKa21TaTRxR09FTGw4bVZvY0ZBajlBME1uZ0tEN095TzRXSGQzdEV4QXhQMU8xdHRneWl6UWFNenRZaXFoWk9oV2tTYThicjhUbDdld29LVFlXdlZxZDc3ZjNBZ1d3MGhoV2t4S0ZFUnMrME9FdnpaQ1hvVHdzR1ltRVBCZkE5ZjJOR3VWV3ViUXowdGZ0ZUtqWUltTWJkUDdDTUxpbXRvOWNQWjZIdW1SR2RrK3JScjBWZmVqYmsvUDk1MytkMkJCZjF1VDBZb2d4NHZCckJhbXBvd3JoWUN5QTJBOWY5K3FRdjJQcUIvOGo4d1EwVEhVL2VCN3A2Q0VRUkxHd1FxeVR2UjE1V3ljaTYwTEdtQWZBWDZnamRZMUF5WTE5S1VyOXloeFBRY2hxM09Od2V6Q0JCTVhsNWVtYUpaWWg2cm5aMGQvMU03a3h3aEQxdXJmN2IzUlNIbGVmK0JzcGlOZGRHYUQ2RnNYMGVjMHRXQVNNcGZ3UmlkZXFWOTdmSTdkTElqeDhBb2JtNlJmR2ZYSWlHaTZFZHpoWmx4SFJjZkhzNVZNTzRGUkoxM3ByV05RTlhRY3dJRHRNbnYxSUlmNHJaMzV5UHE1WXdxdUhPOXZxWVhhSkRla0JsZFRtS0t5NkRzZmZKMUpIbUV4MnJTV1pBc2hWR05ZdWZ5N216TlkvY25CeGNORnlwdUw3KzhjcnBLNnRYZ1VFRWtpQWY0U0F1K1FBd0d5a1FBSmhFa0NCakR1UzB6aGt0alNrcVJ2dHZ5b01MVlRvSHVkYjcvMVZqK3krUCt3RWNzdFd4ZW03RmsrdHJ1aDRyNXcxeXU5LzI5a3pZMk51VjJZd2sxcDV1amJwTUdOaTVWOXJRcVBCVjlaRTN2OG1iK1JtQmpBVDdqTll6N2JKVUNRWVlvaVBWSDJZTHVNZ0twM08wT2tZUy9VSjJucm90SXF3ekp0K2hadzI0VG16aEdmWTdZbis5bkMwK3F2T0k5dFBGSkdyY05YM0tXQzBuSGRUMktGU1ppTVo1ejNJWHlTbFh6U0F5aEQ0WGxJc1hPQ2lFV1RaN2NEREhJZXNpbVlkamZ0Qm9ta1BLWDZXTVNkOGV5djlHWGRRNzBJYmg4bTBTZTY1TFlUU0VwSGtmdUVQUjE0REtDT3VLTGlvcCt4Q1N2S0M5L0cvQndJOUJ6UC9XSlZHQTZtKys0Zlp5THljeVlzTHBwRGxkdTBpNkZqUnZQMC9mWVIwY3ZCYTgrelduaWFnWXJEZkM4RzBzQTlkWTkzSE1zVzlCYmdvU3Bxay9ZYWdVV0FidHJEYU9KdC90SUx2NTdpNTdiWS9zejhtYzhyOUd2UEIxUHg0R2ovYXJqS01McXVGL2VxMjg1ejhRSk9NSFN6WlpHbHVsdXhpdUo1NDVGczVsSlNaZjMrL2xxV1c4c0JSUE1DUkUwWDlMZktlT0JCb0ZlQ21TcUpaQ0VzbTJvcUtmRE03WFdIY0hubVI4Skl0RXlXMFVKWXN2dEhuWWlGRUZINWFVeHNiSHZsaE5EVXArOFpYZm5lM3ErYjMxQ3Nld0phcjlheTJZdG5mMXdzek9XZ21EVVU4UDFmek5zOVRnS0xncGk0TitWRFg0QmdaZE5pRGdUR3h1WndCbnNUM2hEZmIxZy9QSEpTUzZjdWVQL1V1TXQvV3E3WTVUZlZpd1p1YSt2citmSno4dm52K2VFK1BoZE4zTktXVmxaNXV5elpja3BLZGN0UFUrbnZoV3VTdnV6LzBHTW9IS1J6b0tkTHR2RDZrdzNlemxPLzRDZGdKbzFxTVlOalJDM3h0S3lya1RoeGlZMDZESGVkZ2phekgwNU9iRlhtVCs1eFRONkpkcWFoQW53OHZGMTNTN2JZWW45MmVRTXVwOTQ3Nm1rZWZYMHZjZjdldXFHVFhybTlFVEFCajRRVE1uZ2IwbytsakpOdVAvajVRaHkySHZUbDJjT0ZNY3ZsZU5UVzlmMzY3N0gxZEJLN1lCamc0MEhWd1JESFM1VjZsMm54eFg1Vi93TU8vdjdmbDNyVHY3YnBPYnNvNlBYOUZENkVKazcyUjhwQjhSNk5vNXFiK2JtR0Q5dHp5ZEtZVHovR1JIM0ZZSHBHUHRZSnZibCs4VTBOamEydWUxVGlIZzdYMjROTFU0VWpWbFJ4aUhpS1A1eWpUaXRtRUpBcGlJMmxBVnpGcUZ0emg1VEk3OTlpL2FLUWtxaU1VZDBWOFNGY1kza2RRR3U3L1pYcHR4UStlaWN1MWZvWXRoZ1ZJYm9DMjhxSEdPQ2dWQ3J1bzNjZ1o4WVpUR3YwYzZlVHc0b2w4VWZhcy9tazlDK3h0NUZ3dWlJODJIY3U5MlQvNVh1aUlxZWZqWTdYbVN3V0lXWUx0WVk5ZnhkTytkM1hCVzBuczc5U25EQjMyL2JGRThwdm43OGUyOXZiejNvNVdsNytOT3hPTHI4SncrUDNIbWJjR0VwclRCeXdGdGRyaThzZDdFWGtkdHFzZUN6d0k4a0tpNUEzWWVTQ3V6czlRb01aMW9EMnQ2NkNDSjJ2MmRtU3NQZjFEZFNCVDVWenN6cVBrZGYrL0JieDVZeTM1Zkh2TmlQOU9RK2JtNnNrSjVQakFwNlhjYm1kR3lUajBYQWxNaXJqb01nenhzdnB4OTI1a2Flekc3RnArYUdvVG82UFpmRHBPMHdkSXVyblRHT2pJbnpPM2lxTmVyMGhnTVlHK0RmaTg2eUpTdnJzbVYyY1VtbGZHdkZIUDloYmkyU3l2SGpXRkZXTklucXRMaHR4ZFJIRHFscUtwYy82SW45SEgwQXNCbndoZzR3STZJZ1JRSENEQjNLM1FaakUyK3FkeVJvWlBqOE91VlNtYlpVMUF3d2YrbmxTbXkxTkQ1VCtvcy8zZDBPeDBZcjNaWEFES21USkU0MEh5Y2pmcmEvK0w0Y3FyWDR2K3hTN3UvdWZtcFNiMkUrUER4c2EydUxKV0QzaFF1eWRBNmpaY1pXRFdVcVFLS3Z3RmtyS3Zxc0RFR1oycmt0K1pTRDZjaVMwZkk3R1RaUjJWaXNJRk1VSy9MVXR4d0xDQk1Wa0MxNTBFVEVQVXZPN3NyTUlVR05uWVFNd3U1UEZwWTYrV1p4bmNneEY4YVRDVldndXBTYVQ3OWJ3YXlEb1FsNFpYUjhjc3ZZSWg2T080L2M0UEZRTlJDQ0xxYVRSclFaS3YvT1VuL3RYbzYxb040N3BLaVZVaEVhR2cxbS9ZcFFyNWVlWkpoa1JzdGZVTGs0aHNRdFhEREduNC9Gd1l3K0tDT1I0a0F4YmtnRHlHazFIS0dtbHZGanRYL1pXWk5CWHFvS1hmdENlbVVhejQ3UHprZXFlaW9VZEFocnBndmo0UTViYWRuWlJ6djN3c3o3dmI0SGp4VjNJK2hiSXNmbjRUN1VOUmg2dE11anpPNVhFN1Z1cHpsZE5GY0ROMEpseVJMdE5KZ01qZE5HN05UYTZhdUQ2VlRwM3VLRWw5dkdDTXBKRStFZm9RZXIrcHBleDNjQmdibkRRaCtMR2ZWbUhqS2dYYUttTm10ZDBwMzdVaXFiZFhDdTZLSVZ1dGtwckZXL2lPZFR0Q2UyZGpNbW4rYmpqbVVpbkFwWHZzbllCNHFWN0JSRGZxUzNQUE9lTWhZemR5R3VDRlQzWjdQUEF3Vk5scVhpWGo2WHU2bkx3L2dKa0pvZFArK1orbEw5MjdSdW9sTTN6cFZmalpFSUNPOU1kTlViTEVtQ0pleGEyRXRuVkF3TXhuTVpMNXM3M3JUNERHMnZ3WDNobUduek5lcGlFUUZEUDJHbzRkMlVHTlBLL1doNExrWjdYdENKa3h5VFYzdHA0ZDg0TnZIeDFHM3pPRlBXTkVocm55NVJDcHZoYW5iU1gzM2QyN2hibkNYeHQ2UXhRTmdBNTgrN3pZdllkWHliRHUwdnAvcGZLOGdQMXR1OGRjNXQ5QWRDcWpGWXRac1lnMnBMUXlTK2Q4TmZHSzlvaDJnN1RFd2hYbHpBTFBuODdIVVhBbHBaM0taZ1NDKzV1dG9wdXMwbFJNMXp4WHpSbG56UlNGaE9Ea3lWUjNJTzVqYVdBdm9HNDhscHRiYVF4S2Ztam5wZTNDRWsrS2NBaWM3dkRvMjc2YUVPL3UrM01IVDVyc2R3eG8rbGpNQldCc2NKQ2htRm8yT2VjQXFlTmp4elJjbEdNZ2s0VEVrQ3A4S0VBcFQ2R3VwWnVqRncwRGpsL2hLUkFicUJ6a3RYT3hvTzVub1RKK056eWtCYTlPVHdzaDFyaHozbHQrWDZlU3c4d2dVNjFPQ3p2TXIyaU00bE85Z0hUamRrZ3Z0Uy9KMGJaazFTUVFCRlI5WE5sYlVGa05nbEtHZ3EzcFk5TDFtMXRQdld1blY1WnYyRU1OQnF5U0hlaWk1UmdBU2dOck94QXM2ZjVMUG0zYmdjVkFtNDdCMXNySzBqYzZENzAzUVIwTGRCaDdIZU13V0JteUVteGFjclM4dGRiaTZtRDMzRmFjVnJPWE1rcExGb3RxL1JLSkRoTHNTU2tzNTJNOXZ3MnBLbW5Odi9sblhTZy82RFpZN2tvU2U0aGY5R255am9oaGY3ZzRyVmRXQWRYNFdqdzgrZG1hY1IwWWFNZlVPREw5NjNEZmhveVNWRkZXd04rVkNRdlFubk1IN2xIT0d2MHlVZDNpVnRmZWVtNWEybEdZNTIvMDRtT3hKVHYzNEc5RnRxdzRsN0paT0RvaU12QVdZdFM2bmhnTzI1TjhqTURSOVV2MU9RSnJZOUZwdzYxN3RFOU5iNll0VndPYWlZNmUzeVBhVlh5YXBaMERDMnpJbGJJL3V1YU9qd3NHVy8wNC9KTzBZQUxrcjM4a2FyT3g5WnhTLysxSmlJcm5jMi9OWW50czBSWnpxZkJ5YkdxbGZmVk4rSkorWXRmTFR6azVTZURYaFFQNThkcU4xWnRsMGhkU3RoMStmOUVOM3RmTGo5Sis1eVlMckdiVDlKQ2pxWDZQa1NFQm15K0hjZWp0UEFZY3NhbkN4ZFFRakd2eFl2K2s5MjMwcllLUzBwRmhUVEI5K3FWQzZIM0tva1FPcmdYdmNaR2poY1E3ckVmNXhoYVRjanhxRFpQcnFGcythbGszN2V0cmllWGovN2IrOG05MHhON2NiWXBIR2txNnlrN2RLMVdRSzZEY1dvd3JnNXVrZEQrNEhuZFc2NFVWZUVPdEV5aFJQcE04RnNxSzI0YUo3WEVibXc5Z0N2WlFkcUM1dTVvWkFuVjRRcXJFOU5wNEF6azFBWEx5RjBDdExNYjErUjEyeVZnT0dUMVJ4SXNQbHRiRzZJSFVTMWxHcTc2aEd3clc2b3psZmE1a1gxdWFtWXpXRVJkVi9CdzQ2cTNMMS9wUUh0SVROV3E5N2ozRENYTEJ6NHRtSm5hN2o3dEltOVFFanFSUU5IRjkxQlFVbTY3K210dE5WOFc1R0NxTzZqMXEwMFpaNk5xQmN6N0UxVHh1UXVaRzNlcnZhbXYvWW1qaWVEa2cxUVQ5UkZCcGpLMkpCdDRaSFkweCthL1diUzI4OVRFZzVTckFZQStkRWk0dUY4MjNEY3hkcHNmTGdLWHlRbFVyQTBvMUplTHhvYTZyZHVHMWFyMU04dTMydE04akxmZVhBdElpUHF0MGUwckkwNXpxRy96R1hQR1dleDRMWkp3S052WFZxaWZteXhkZHdQNkIxelROM2ptTEhadUJFc01WL09IbndEaEZSOGFaeElSeWpEMkl4QTRqTjQ0OFd4N3JIVUtpdnVmQ2JVWmExblNlTTJ6K2N3QVZKVzN1OFdNT2RGSUQrS0E1VmJIemU1NWIxOXVkeU9GYzNReE1kSmx2NzZnWElMNG43T1pVTkd5VktqeW1FMjIyYlFWb1AxMHl1aHU0UFcrU0MyNzJPL2UzQTA4V3FPejRhQkN1cUlQbmFld1lRSHRQajBjYi9oeGJ4YURCQVMzSjZidHlZdWVYSTR6Q0cyZVlDQnc3Z2p6NUpwbTJSblBSWXJKM081ZHJzZ1FUZHJSZWYxU3UxdUxyWnppVllrMW1VbWp4VTFqTkp2SW5FTTVGaTBOa3lWT21Dd1c0K2dPMnY4VWx0M0IrTFJQemR4azNHdnV1bDc2aTRITU95cTUyUHRyMUhRV1ZBeXFZYTFFajZCWS9yN2NDQzZyK0srUnduTFo2RDV1OTQ5NE9GNzIyLzNkVlVXZU9VbDBsNnA5SnRnZzhHVEZlT0lsK21JZkJSbURrODlPeHo1YVZsUGNDZU1GVzhPbnRKWmxTYzNXN0ZYbnRQT2R5Mm55T3owemtSNDNkdTBVbGk0eW9JamR4N2VTOUhJRzMvdU5FQ05HaU9QNVcwWXNVWnNEK1pWQ0IwWm9ETmpLUTBPZlMyZ0RoRUVPV1AyYzZpajBKd0VWNnhYYkc1SXQ1REJzbS9WSndUNG4xSWNMbHR2NHFLM3p3NGxZVGVOamRIRXVSRTh6dytWOU1LalFTOVR4MDU1Z2k1bUIyWjNkSERoejg3T0R0Zit5ejFCTDkwQmZ4OGNaUzBndFRGR0M1QmdDSHBCN3VLRUJxaU1YNE1hMlZtTDM0NEU0QzFMcEJ1S2VJVjhVVCtKcTZPTVhKa0lQclA0RmxOcHAyWmVHQ3ZKTTBGQkc2SDNJNUk3SkhBYm5kVnNJdTdWM2gzRjQreERyZisrV2o3NWsvVGZJRmhVYzk0OWpTZDNraXZUL1ptRi8wTXI4NTJLdnBEbG1iaXFpWmJGUFV1R0dBVVB6ckhZMzZQSzJ1N25oMlBmYittQmowL25RZUtlSjdxT2ptYzNoL01wZlo5dVQvOUs1N3ZEeGtYa2dRVU5sWkVaNkJZbXBMUU1FQVFETGpTUnA4RWwvWEkrV0pOQWl1RWp6M0hkTCtsZTY1dGdIVHovZVh4bTF3c3FkR05hVThFZEhxTkVJbG4xMExHd2krck1uWWZrSERtNlJFRy9KSXhmWlVFdFhCYWpuZmxQSjlhK281MnNpR0dTUFJzOUZtUEozWVIvcTZvRlBwQVVaUHQzZlQzTFZFSmQ0V3RnSk5iZThnMDU1YzM1cjh0VGgyQ0tqWlp0K2ZPWVZaUnlHalZxWjVVVWRtYUY4WHBtOGQwUDJzWXNHYW45dll0N2Z6V1J5OEd6dFE0L1g5OWgvZlN2cGFXbDF1ZnJYUWkxaTRzdlhFbTltWS9mRjErY1pTaFVFdlQ4RzBRZURvb1lVZzZiRm8yRlhiWUdzL25zR0ZSUEtHa0MvOGlJbFo1My9wNm9paFlOMmJ6SFNYVzIrS3JIS0dOT2JCZWs3NWdyaFZ6Q3o4ZTN1NytmMEsxVkZOeHR0empxdkRlWkJhL2drTVA2TWt3Qzc1V2NTRFNhQW5lRERDNzZ5TC9hREw3WWVqZmZwRGs4MWJTMHRIaDVlZTN2WVJvcWUrbW9TUjZ0WXNPcjQ4RHRUd0wvcXByNS9PZkd1anIxNUMrY1gvRTFxTHpQYmhkeEFlUXpzM0VIZHRVOElZK3VzdlVIYlJraEhRVTF0WmRwcis3clVkcUV4ejE0M2ZoODF4T2s1dUFNS2FpdVpoY1c5bnY4czNDOGNoWXFhSG8zVHZqV1ZqbUgzK0hwNFRkbHdNMXNPcnZCUDFudUZQUjNKVUg4K2MvVWlacDc2YmZsWlphWVJmSXYzMXRvNWhTbStpUGdxUWtWazFLczAzd2svblNsaFpDUU1MYndUN0hBdHR3bzIwZUFDNmZFT3J2dWN4MWFlaVo1WW92d2g4QWR4WDM5dXZCVEFyZDd6KzR2aWZkSG4xQ0IzaVRLMUtzL1Y2ZWR0RGtEaHJMMUFDUFpESytzR0pzRkNUQjRRajNDbzVLRWxZK0dBS0REVHJVMXk2SzZmcnVEdUR2b0kyU2V2dkU2RE1jUkV4T0hWZlAwek05Q2Q3V1RZTEJ1dUVpWGpTVUl1QnBqOUxzOThUa3N6bUJReVc2RXM2TTI2T200d1dxcW5WcTRpTHpGWGc1dmhDMEhnV3p2djhxV3QxN1crVFdobGp4U3BHenEwaExmV24wRWRHN2UwQnJIdnFCVTlOMExxL055eHNkWHRWTjlFZGxFK2M4NC90czIvd3gzUEY0UjhiYm9iNTcxLzU5L1pjUytFTXFlalhQUGpvOS9CYlAxb0pKZElpNDhLTXJxUG1sU2lmMjNPMXF2N0hlUEJRVkI0bVNrZUZ0dTZxNjdIcjBBTGxNUkYwdFVtRHNVaFNGaFhNS0hLWGNMVXh1bHMrcU5va3A0Y0tIU2EyVUtTbG9PNUxSU3ZHUThpbWRyTVd3anFDTzdqWTJOei84eVFnNURRVGdubnAvK0x0YWFVSDZTSzFYTFAzTVh5bFBkVDJWKzk0Ym5uekdxWlBPT2ZyQzRQaXV2azEwVUk2NFZIcjdIcWZibFlNdmRqTTFtKy82WjMydCtjbzZXekQ2dkVnZDNQN0p6eE51TCtuRkZjRmVYb0I3a0RCc243Z0M5OEF2dUQ1RjMvVFpLaEFsWGszRzNUK0Q5Q2grZ2pFdlYvVFNSL1NmNThXRFpIc2lURFRhTEpjQXZxdm14TTA3YVg2bW9nU2VKN1RobytnYkUwQ29aVVllR2pJL2QrNWMzVEFrSlFFRlh4UVJ5cWJoUTZEQkQrcXpCSUNUYTFHdVczQUZ5RjI4ZkdzbDVvbDdEOEZydExVZnE5RlczME1RZEN0UGN2VzA4cnNLcjFDdUF0Tm03ZkJacW1Vb2tIdmdJcHg5ODFabnlkRUxDd2dZR0JtcDVRdDhYRnZBd1AvNzdOM2Q3c3FUTGRodDg2R3RpN1g3NldJNjY1ZEZSYWhhNHNKUUViVis3UFQ2cDhoSXFoQzd4ZEMxOU51TGtDVmYrUGtKWlFJNTFndG5idzQ0NUdOSkttM05OeTVGMnIyRWp5MzJVdlVtazY1V0lrRWsrdkxTRUxxbGs5RjhqaXA1aVlJNGZMRHEwMmpocnVlWHU4ZjdhNys0TXlSaytZMGxKQ2IxU3Vyb2l4T2N4VU13VVh1bUVsM0lCM01FNm9HVDNBc1FDa3FmTjNDaHdyczZ1SXROK2NTZEMxV0pkWXFzMGlFbHROYzczRDNZYzFVVkkyMXFCV0lORW5QRzRNSW9FTWJWTEI1Nkx0L2VOWTRaWHcwSEZtK1V2eGNWNmJBU3hRL1VIeXo4Vm9tVUtUMFpZTlFrMGhBV1JMaEJrcjdjOXlITXBMeGtiWnZLUE1tUHNHWFJER0NiYTEzb2Z2VFVDMWJOek5Mem9Lc3NFS3hhczdoSEk2b1ZqcjBDRDhwN2FoejF5bGNabmhTdFZYV21SZ0hOT3kwcE03OXZydjd4ZmhRU1J5SzU4enMvWWV0Z245Q1lIdFREcVh1RXlpTnorTkI4ejcxaHpiRm1ac3JxbVV1dnlPcThSczU3YzNhcGNkSW4vSGd6ODZ6UWd5VXl4SVVoMGpwSkRMTlVGVWF4UE1nRlVNQVU0bUVzTDE4VUwxRWtGbUJZQ3hPOW5IZE4zNitna1UxSVVoL3hBaE40cVlZVmNoTC9LWS9zRW90d0hwRXhTM0RzUzA5TTluL2pSOTgvaFVxRVlRWGJJZ1RSbU8zQ3d1SDk2S1hodERxcEo1RXJUM2M1MVVEL1l1SzJYU1FuTjNoeVY0d24yTDFuSXh2UWh6MGtBcm1rYkF4bTBXV2lBdUxzRmc4ZnJJdGtsdlhOMzkzWjJaUGJSM3oybDdPMmYyY0wxNXhOempIYjM5cG9iRzlIL1NtTFV6K3k4MHh2NkdFTjNJZmFkcXJWOU1DYTRMRXRVak1MemcxU0draWtpRmIxa29XcU5wRTVFYkFoWFdWd3ZGWXBSS0RadWI2VnRQVC95ZDdZSllMSmVwQTFrbEl5R0RjWVB2d3RaT3YwVmcvcUhLV284YkZYclA2UjJhQnN1RjVYd21jeEMza3huRTg5UmRwVWk1S01Qc0ltNHM2M3RCT0dpWFBkbHJhZDF3K0ZrUVcrTm45RmJ4Rm4rTGRKVDh5UFU1L05yMWhWMS9CdUhmUGl6TmNETmgvMXVwN05nNTFrNVZISjl1dHFJV09JcDE0UDhzakNObXl4QmVIL29hV1JMMW5TMHVhcHkwblhhanRUMS9tT2ZLVmVXY243Z3d5RjhJLzU0S2NpdEVmTWJrMlZsWUM1dCtmUzlnaUxGWUhEbTB4RTNFUFhrejNTcWN5ZHhtaCtlaWRKTGtlaXI1bGZaNVdOaXZ2WjFsLzhmcjFqeW41OTBsYmpaeGdOZjNIYzcrSFJVNFh2aTgxVkdENXRSKzQzdi9XOW1lWEp5UUY1TmpURzhzYmw1YitjTEpyazNvV0R6UVVEYUNrcU9oeGxiSUtTejArelNoZDh1Q0dJck5XcWRIM0E3Uk9qbEVFWFpCZklreGJuUDdiNjJrazMvekZqTXMrVVFPaVhFN2N2aGNLb1dDSnQ3RmJUUkhaQWc5dkRCMS9kRjUrTDBCMENhbXpyRll3UjFsMHVXcDV0YlhSVnhWams0YlI2NDJQeGlLT2dEeWZUTEUwWXBtdjNRcFAveXNOZ1QrTHZTcE11WVltbTdJQXBCSFcvNlY5UWt6U1B6T0RNcVdieWdDNUpNcHFnWU5saWRJa05OTWk2R0VOTkwvYlU1WUxIRUZ2TmVKYXdyeUNxc2lzR2ExSWVLcW5jUEFZR1BSWEgxOU96MSsyVG1Ja1RFZ21DMEN3MVlLMUUxZnorT2kwSTVvMEZ0UVdYTU5Bb3RpaFFWOXMrZW9DQlYxZW1udTQxOEdHdzlpQjRNK295K2llK0ZhRXJJcENaUEJsQVhzQ0FDWHdSSXRjSk8rRmppVzhQQWdhcWdJSlJIWmxRbUFzN2ROVTNnaWkrTCtxSkFCQW5BSEFUR1VSUmdvWE9UMkQvQllOU2lSVktYMXMrYVJZWE9xSmtEb0VUcUc4VDJpb05WVkh2K25DWDdrbFJOUmM3LzNVenNqbWVYSUt0VGx5RlBoYnluVXNZR0pMQUJmRS9RUlVnb0kyQ0lUWVlEaVlzQjR3MlJoN08vdm4vM2Y3cUtyUXh1NklCaFhGa25GUmMrdDBadytrMGRJbTFOWGRtdEwwTHJXZ0VSbGd5Wkkwd2Rsb3dTb2hmbUNIVWZCc1AyL3c3N0wzZTBxRG5Uam1zTWd1UlFQbXlRaS9ZaFptS1Z5OG1DQUNSQUVnbkVSQmJ2UGVjN1NnR1Rmei9heWRTM3pUMURFOEJES29OemtWa0dQakxsZUpVOTh1VzFPalZWTkxJZS93Y0Z2MUMyMnJDM28wZ2E0QjFnRTBBeUJLM0JsK1dKVWxNQUFKMUgyNUtaUnVnSXdiYmFVQW93Ym5EbDJTTVkySHVkOG55UEhzeUV6THUwSjUwUmxVa25PZjlndFdjeGc5amFUc2VNUEhXU2hNR2hrNEVDcTdEU1ErbzlNYXVUaVZvNmZhL1NmTzlzZkt0Y1VBZHlBUmFzQ1NLUEtnOW9UWVdLK295NHdDVncxWFNBanRZRkt1RWhjVjVkVFZydWZJKzMyZHFHd0htRXdmV3ZNUzNRNis0ZUdmSC90S292WDBEVGgxbHhxZWF2U1FHNEtjaXF5dFJJbVliK0QxQkxBUUlVQXhRQUFBQUlBSytLSGxsU0Jvd2pyUUVBQURnRUFBQU1BQWtBQUFBQUFBQUFBQUMyZ1FBQUFBQmtiMk4xYldWdWRDNTRiV3hWVkFVQUJ4cVAwV1pRU3dFQ0ZBTVVBQUFBQ0FCcG1mMVkyNjU2Q2VnUEFBQTBFZ0FBQ0FBSkFBQUFBQUFBQUFBQXRvSFhBUUFBYlcwdVltdHBkMmxWVkFVQUI5ZDRwMlpRU3dFQ0ZBTVVBQUFBQ0FDdmloNVpQOC9UOEQwQ0FBQXBCQUFBRHdBSkFBQUFBQUFBQUFBQXRvSGxFUUFBYlcxd1lXZGxMM0JoWjJVdVltbHVWVlFGQUFjYWo5Rm1VRXNCQWhRREZBQUFBQWdBcjRvZVdReTYvV0dLQ0FBQXVsRUFBQTBBQ1FBQUFBQUFBQUFBQUxhQlR4UUFBSEJoWjJVdmNHRm5aUzU0Yld4VlZBVUFCeHFQMFdaUVN3RUNGQU1VQUFBQUNBQ3ZpaDVaRnZCMGo5d0JBQUJYQmdBQUZRQUpBQUFBQUFBQUFBQUF0b0VFSFFBQWNtVnNjeTl3WVdkbFgyWnZjbTFoZEhNdWVHMXNWVlFGQUFjYWo5Rm1VRXNCQWhRREZBQUFBQWdBcjRvZVdTVHcyL2c2QUFBQU9nQUFBQklBQ1FBQUFBQUFBQUFBQUxhQkV4OEFBSEpsYkhNdmNHRm5aVjl5Wld4ekxuaHRiRlZVQlFBSEdvL1JabEJMQVFJVUF4UUFBQUFJQUsrS0hsbUh1eXpTTGdRQUFOZzdBQUFKQUFrQUFBQUFBQUFBQUFDMmdYMGZBQUIwYUdWdFpTNTRiV3hWVkFVQUJ4cVAwV1pRU3dFQ0ZBTVVBQUFBQ0FDdmloNVptM2dmNzI4ZkFBQ2hId0FBRFFBSkFBQUFBQUFBQUFBQXRvSFNJd0FBZEdoMWJXSnVZV2xzTG5CdVoxVlVCUUFIR28vUlpsQkxCUVlBQUFBQUNBQUlBQ1VDQUFCc1F3QUFBQUE9IiwKCSJGaWxlTmFtZSIgOiAi5a+85Zu+MSgyKS5lbW14Igp9Cg=="/>
    </extobj>
    <extobj name="1BCC2C28-871D-48CB-8BE0-2867F7803ADB-3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1BCC2C28-871D-48CB-8BE0-2867F7803ADB-4">
      <extobjdata type="1BCC2C28-871D-48CB-8BE0-2867F7803ADB" data="ewoJIkZpbGVDb250ZW50IiA6ICJVRXNEQkJRQUFBQUlBTjJKSGxtKzBYc2JyUUVBQURnRUFBQU1BQUFBWkc5amRXMWxiblF1ZUcxc2ZWVHZiNEl3RVAyK1pQOEQ0VHRhQkFFVnR5d3pjMHYydzBRM1AxZTR5VTFvU1MzYnpMTC9mYVhxcGxVSENZRjc3OTFyNzY3RWw1OUZicjJEV0NKbmZkdHRFTnNDbHZBVTJieHZQMDl1bk1pK3ZEZy9pd2M4cVFwZzBucjU1WkpHMUhCdFN5RzdNYUlqd3dyVHZ2MEZOSFZKSi9FYzM0UEk4VnZoekpuTmtzZ0pxTysyWnltRXhBdStiWlhmVWxjOEVyd0VJUkdXbTRpT1hsV1MzOU1WcjVTM2NyQ2J1K0FFQzhpUndSUlRtV21jRUxKUHVhWjVyc1FuVTR3ei9qRVV2Q29mYVFGSDhFR0pPdHBvNzhldkVvbnZjTWRTK0t4eHczV2NDQUQydDZ5UWhNY0l0NER6VEsrcUV4Z1pSam1WcjF3VU5maUJiQjk4VUIxNlhmMUx1UlpBSmFTYjNxeHJvenQyeU9KQ3c2NFhCVWRzRUU3Qkc0dUJldFNNRm1uNURva2NqMWh1MkNWQnQ5VTVtdTZFd1BXN2JVTXdvbk5ZMXN4U3ZSaTVhS25TR1EyTG13Y3pGQThway9LcGxLb0l1L29wRjRzQlhXbDliM3VUSGpGZDNyaVlZTEtvZVo2QklmdkR6UFpMS3VSMm13WjJnd3lYMlFsUUMrdXAxdldKSW5PYTErSXRvUjBHSnVHWm9kdzlEVWJITXNybW9GZStieDQzRCt1a2RpOFc0d3hBMXF5NHVmMEhxSThmVUVzREJCUUFBQUFJQUdtWi9Wa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TjJKSGxrWERVcjRDQVFBQU9NRkFBQVBBQUFBYlcxd1lXZGxMM0JoWjJVdVltbHVkVlJOYnh0VkZIMXZQSFZ0Nmxvb1Rib2hyU1pTRnFrRWlBSmlWY1NYTFFFVllCQ3FRQ0FrUSt3a2tOUWZjWm91SFJ4NzdNU09uVFkyd1IvNWt0TzRLVFlPS2FuakdTY1NDelpzK0FkczVyN3hTSWo4QmU1NFRCTkZZVE9hbWZ2ZU9lZWVjOStqeXUreE5PVXU5L2E4b2EzL3FwVTJYcmhPM3A0ajVPWTdDVUpHSGZnZ3pqaSt2WHZqdlJ2djA1dXVEODBmdVZ5dWoxMmZPSWVEN21ueUtiMUZQNk9mMHk5aWhKUy9GQW01ZHR0S1I3aEIzdVFsRm8rTk9oS3hQNFFPQUtGKy9mY0lzWGh0OUJLdkYxN0V3a3NGUW9QZGdzOG9OSzYraGdYL1g0VGU2UllDUnVIcXVkZWRpVnRYeklSNnVPZDRic3owTFRuSG5aK3dqRnUvSTJaS0o3amJQT1hHZVlpWFlHc2VramxXV1llVmVTMmFVbHMxN0lQWUx0aXB0N2VucjJkZ3NIK3cvN2czUXIxY1AwOHA1emNGRUpFK2V6NWttYlFHaVptbm9RN21KSDhreDY4ZnlRbVdyYk5VRGViVzJxMlcwbGpRTm1haFBLdG1Za2R5M2lCcjE2cXFGRkZhaCtwU1JjM1BHdXUxUWt3TDU5dUg0ckE3NUdZNVVaSDJvTHpQa2lMVThxamhKTW5MU0tMSXl5Z2VmcXkwYXdlb0hIa2dKcW5TZmRqNS9ta3ZKL2U4Z251ZytrRFpYMU1YeEhZOUFzMEhxRWNUUlVqbllLN0N3ak9vNU5RQ3RacFRzNXVuZ0Y3Vk8weG50RWZMUmh0cVpSY1ZzdkFXd29HY2hlZ21hc2FXMUMwSmNXRi9GMHFpTU9UODRLMXJndEU5SzIzaVh5WXRHcCs2QWFXSUpxWlk0VEhMMWZVSUxCN3JpSTNhcWU4UzM5dDMyVFFnMkFVN2pzTDhhRGNJSDNlRnB6TThKakdsSitINkx3blQ2U1N3UGJSWWFjWWdIb05HQk9SME41djl2Zlo2VWhoeWpFMkdnbU5mVDRVOHd3NTAzZVVPdXNmSFBlUFBDdzZIeTVBcnA0L2twQ0p0c21JWXlsdm91TkUweThiUnBUTmlNUnhBUmpWU2JUY2ZDVVBUN3VERWxCL0JpazJJN3lFWUZDc0dCazRnSzY1cTRReXJic0xHQ3M3TFUvdmhYaEs5MDhRdXVUWnpDTkdVWWRlcDdTQTIxWVc2MGtnWk1ad1J1cFpQSTdjV1RyRDVoMG9qckRTMlZma2hXenFBQXZKbGRFSDFHQlFPSUpMRzBGbjJjVnZjUlRqSUpQVjV3SmJyWFJHNlJMbDVuTmx1UVhjajBvSzVRaWN6cjlWdjR5NXlkaHJRVXh1dzgvYk84UTFnWnNJT29ZSC95WXc3blpseExOcml0ajZWVDU1QUpxNytjb0RES0F5NUo5REg5bUVCbzRNRUtseFU1RFYycjZxYmxUNys3T1oxWWtLMThDcnV4OHhCVEVOOWtTMGZRSFVaVW10SWMxYUN4WXJTa0pCR3Jjd3JEUjJPeFJjVjZTZERseEFLREU4SVVGdGhQK3doa0ZwdUdoeTR2bk9pa3ZwbzFlclF5cktmMCtpMTRQSDd2aGtWZE1OU3ExRGVnYkNzNjQzdUtWSU9vcnZhVWswL0xXdGl4MEtmTldnejIrblVDUVAvRHR4RkE5LzhoOUNwcm9IVGhvRi9XdERCN3AwVzR1NTI3clR1Z1pUdXM1VWlUanhieWVDMW9CeVdzTjBPZnNCNngzYmhJbmNDL3JlK3I1eUo3Znd6aFB3TFVFc0RCQlFBQUFBSUFOMkpIbGtydHlCNG53b0FBRkEzQUFBTkFBQUFjR0ZuWlM5d1lXZGxMbmh0Yk8xYjNWUGJWaFovMzc5QzQ3NWtaelpDdXZyMFRFZ25tTEROVE9pd2hhYkp2aWxZZ0NlMjVUVW1IL3RFbDRCSkFvRzBnYzBHeU5ja0RXMFhTamZkbEdCRC9obGZHVC9sWCtpNXVwSXR5NUpzSXpMZDdBUm1NdEs5dXVmcm5udCs1OXhEVG4xNlBaTm1ydXI1eVpTUjdZM3hMQmRqOU95b2tVeGx4M3RqWDQ0TW5GUmpuNTQrTmFTTjY4eTUvdDZZd0pFZm5vUFBSbTdrOU40WW1Za3huMnNaZUs0OS9XOXQ0OWxKUHNiODFUQXlRQzNHL0dVcU5YcGxVSnU4MGh2allwVE9VTjdJVFo0KzlWVXFXWmhnTHZUR2tDeXFzWjdUcHo3VFUrTVRCVExDaXlKSFJoSVhyVGNPaVRHbXp5STNSTWlRbVV0a1JrR2NOWUVhRThPamVTT2R0dFp4ck1SSlNCUWF3NWZvc0N3SWFsd2l3ejB1ZWM1ck40eXBBb2d4bk5OR1FYdnlyV0RSdk5BeVFyKzFoTE5FSDlaSEMwYitURG8xbnJVR0xkb093WUZVT2oxZzVETmFBVWFIOHFsc1lWZ3ZUT1dZZ1ZTaFlBeFA2SHJCVXUyenh1T0Z4bU9mTm5wbFBHOU1aWlBXcTJVMFVKZ0h4YW05NENXdXhKZ3ZzeWw0ekdSaXpIbDlyRENvNWNkVFpEdkpOaGs1OStzWFpKRjdvTThBTVRLdUVaQnlaRUxQMFAwV3lSSXRsYjFzWENNV1pzNk9qWUd1MWlQZDg3UEp2SFl0Wmk5SkdHa2piNW1wVG9VdUlHTmlnL1NJZnQwN05EeWg1ZlRHV0k4MUNKYTFob2trUENjNFBqYzRtREN5V2N2bWhITmV5MDZPZ1lGZFBzVTFPNVRibTNoSlltSFhPbldvSGhkNVN4aTZsVjdIYnRyazg2bXMvUmw5L3FvdWlHV1hMOGgyT3Y0VXM3OVBhRG55YnMwNVk0U29yZkt3a1U0bGdRKzFjTVBZbHF3ajRGTzlNVGxHQ0h3eU5pWks1QmYyVFIrRGR6aXUxQjF0Z3M2akxWK1BTeW5ncWwvVjAvMWFRUU5scDNKNm5wNC8yNThiYzMvV2pZeGV5S2YweWZyekRTYVJOaWIxSkRYSG9IRlZIekZPbjdKTWZwS1BzNUxYNFBRc3RsamJXVWhFckJQb1lyMnpyc2NScS9Gb1NXdHBPMXk0a2RickI3VlBCODhmS2pBWGlYTUlFaXVEYzF5aXZnQ3paN05KWjA0UlBYTXVQMlFHMHZwMXd5SnNpVFV5QWU2UjFTY25IY0VzeGszK3pLTmo4V2ZFODRIK3JDTEVDb3IwZm4yYS95QjlHa1gwNlNDWFBDa0tyT3BqY2wvSERxWWlJRjhxenVyT3FBaEtLSkhFVk42dGtSQkF4VitoTTBHYys2dzF4Q2NWNzVxRXRVWm1WZUw2emF2Nmd6bjExT1ZzMGpwSTZRQWlFUU1ENHZqNjRWZFVWbW9PRFFoeHpxd3F5eXlTd3FLRDJGbDBFSThuT29nY0t3WkVoN2lrK3BycVkzVGdveUllSER6L2M0M2lySXc2alE2QlZIalZsNHAvZEFpaWdvUlFJcDdvd0FkUjhWWG9UQkRuUHByeHMzRWhJRHBBY2hZUUhRSk01eDhkQXBYMkp4STFPa0M0dHM5L0hEZ2diM2dRVlJiWjA2b2RQQ0pHQi9WNG9vT3NzbHhBZE9BNWtGcVVQMGFIMXVnZ3ZLL293Q3NzQkdVaGFuaVFMU3F0WkxxTEQ1QlgrZ3JUWllBSTBDazhRdkFTaXhTdVpWRzdFQkZrdis1aVJCQ1ZxRUZDNXB3b0FMVXMxNUpES0JLck90T1FSSWdvZXBpQXlzMEpFMUREbjB2cVdrQ01RQUFHZ3R3Y0tHUVlncDhqWHNSMEhTZmFIbXh5V1VFUE5NZHBZNUpvY1dtc2IxdDJkeHhCZkJsMUZDN0l2WWEvZ1hrRk5WdFg0TDNXSmVjdElCYkR4end2dHlDbTI4YUVkVi9hR0wzQ2tDY3FVTVBNUGtvNk90SWZpOWVFbHRkR0N4RGx6bDIwaXRnQkxaTkszK2lONFlQdHcvMmZhbXV6dGRLOUdET2MrcnR1WFh3eHRpOENLWnZvSncxaVEwQnJQSy9sSmh4aTF1Mlk1YmpET1dKQlltZDYvV01aTFpkamh1aUhpWXRVNWtMT2VjVHpHL2psSGJ5d2FtNCt4WS91MUdZWHEvdmJwM29LT1RCQmp2eERTZlRVYlZBZmFvcmZsNjIzbzVSL3ZEZUV3NGJJc3IwaEV0MFFlcDY3dTlZQUtuRWFaK1FPaVBnSFh2dm9OdnlHYjlSL0xpbVJtNEVWZkJFWGh5S3RtVDBRVTZWNkZHNFJJUkhNa01aZmtlVVZCVFdacFU2eUVZV2JGUWczZ3hPRkdwTHdEUTE4SmFFRktPZ215VlFTeFN0Sm9xMzYvU0dzQTlBazNDV0NhUG52S2VkZnpvZHVaNmp0KzBKa1NQaHk3RzlyeGFEOTdQSnNuUEZsMzlkV3BVVGJML3I5ajFGZDJnNXgzREtTYzVsL0xrTTZCc1prSGVFYm9GeFBycjNkQWZvK3FHY01DQ24xVVhyalB0bDhYNjgyMzllTDN2dDZ0ZVcrM2tZbld6eS9IQUM1Y3dDZ25ob05TQUlrUVdyR0tKNVhYUGdraXVpWUw4NzU3aElBc1o3WjF3RTZpWklFYit6VVhocU5KeW42ZEpnWElHLzVJZjUrcFVadzdpQnhuaExPQms2NkwwajJ5V1Bwcmtna2tUMWEwc0RMNFJvTGpzWUNSMzQ5R25lWFNmQittWVJOTnlTVDRJK1FTYndyei9QdnlyZk1sUjF6Y1J2ZmZuSzR2MS9adlZ0N2RoTS92MWxkbm50WGZraFRqTVB0cldwcHByTC90bnAvcy9yd0p2Mit0alpYbTM1NCtMYVloSXpCWEMxV1NxL3g4emZtUWhGdlAzUmxJMjM0SStCZktUK0FiQWIvYS9Odyt3QlNHUkFCejVXcXBXL3h6LzlvU1c3YWtCT0FITjc2cnZMbVNmVnU4WEJuQnU5OUIxclVpa1c4dElwdmI1clRYNFA4bmcrcVc2dlZsUmVkOHhDSnlaYVdhejgrb0hhcGJyNENsYzNwbDhBSmwxZnc3QXN3QXRpbytySUVMUEdiVjNpanlKdzRPM2ptand3MXA3bnhBa2JOMGozNlNpeTZNVk1yTHBwcnY1aXJPOTFuY3MyZHFSSEROVUxidmU1Y3I4dkx2SlpjengrTU84enhTRXoxUzgyQ3M3dU9scFBJSEpSS05CSHdGejdpOG1OcHUzV0lxR0l6b2lMWDJ2NVVIZ3JqbEpHdGwzaSttQ28zWWFyaWhWVFpDNmxLTzBUbDYxVTErRmtvb0ZMOGRBVnVKTHNCVllrSGQrNW9HNkY3VEpWNDRmZEdWZjdEQUZIa0JsRkpaUVgvblpBUkt4NFJSRlgvMHZ2L0JFUUJZd0FkSzN0emVINE83ODdnOHBJTnEyOWVIejVkWUU3MHB5Ymg5RitlS3VoSkVuYUpCT20wbnY0VDA5OC9SSUdodlBTdXZGQXB2VERYcC9Iemw0Q0lGRjdNbFhtQXF1NFFsY0lRQ0ZPZDJUcmMrNUU1Y1UzTFo2Wnl3R2Q5RDgrL0JqNTRmWk9TeC9NYjV2cmoydlN5dWZVQ1Azc0VXVUFkSHZFM0N3Qmd0YUl0ViszcnQzaDJrV0tXWnprdTdsWHY3bFIyRnlrV2RvZlh0WWRMSUZadCtwWjU1L3ZLN25SbDk0ZHErWHZ6L2dGZUExR1dpYXc3YzNqdEFNOHNBVjZiSzc4Y0ZsOEJKN3k4UUtBY0RMVmp5MGVrTCs4MU1QWFZHckhoekQ2K3ZSWUJVNUVYVTNuVWlxbmRYWUVmTTZiYTZIVlVUQTFZVG9KekZFeU50andxcHRJOUltOGs5dFJIb3FDc0g1b3FUV0NLUEdDcWVMRVV0Y1ZTb1dNczlSU25xdWlDVW9tVFdDV296VzIxM0Q0aTZYdERVclV6SUJVL0Fxay9rTkl5ODdENEE2blhmdjBWTDg5WC8zTUFaUnB6UXNzQWdoMitYUU04eGJjQUFPNVZ5ay9NYjdZSVRDMDFYbTBRZFJWb3RlbkhzQjZBR0JlWDhNNDk4OEVCM25xQUY1OEFteTVoZFgyenNsc0NDYXFiZHlxN2hKTTVmNjlTK2pjVm1TbjhMWmxoOFBZajg1K3ZnVWYxK1I1bEQ5OWJaZWdDU1FXMmQvRCtpdm5URXFBY28rZU0wUW1HUU5YaVkvejhaenhkSnFyTXZxNlVWdkhzcTlyOWJWSkhQaWtlSGJ6NGxvS1FYcEExZzVmU0pYZ3hueHYyemg0emprV3JEUU9XcTJJVUhJcTJPaXFLeVI4RVppa2RZaGI1dTQrNHQrK25lUHQrSXNleFFrQmoxZWtFdnlmMHVtQjNPUzl6RXZlaHd4SkNIbGhxN2JBaWtVVnlnS0hWQ0IxV251ZkUvNmttNjFIQXlMN2FLMzFyUGxxSGlzNTh0RnpadlZ0NXV3SElFU0VlQ3kzeFdJMVdPWkEvZll2Y2VVVUN4eUlwY3VlVkhtL2ZXa0lON2J5SzhDWWZvZlBxeTlCcWMwSFdKU2xjczFuYWR1ckN6ZUJFS3QvT3E2OGs5SS83WUVheGxRdm92SWFwM3gvQ09xRHpHdTRTUWJTNjZieUdiMmVvN2Z0Q1pBanB2SVphTWJDVDN0M1pDT204aHFxVWFQdkZjWFplUDVDYTF2cXZaS2YvOEJ0UVN3TUVGQUFBQUFnQTNZa2VXZGRxakdqa0FRQUFOQVlBQUJVQUFBQnlaV3h6TDNCaFoyVmZabTl5YldGMGN5NTRiV3lWbGQxdTB6QVV4KytSZUFmTHU0YWNmSTFVY3BpZ0tOSWtKTkF5UG01RDQ3WVdUbEoxR2FMYzh3QmM3eDNnQWREMk5ranNMVGhPbkNhMjZxazROL1ZSZnYrYzc3S3pyNVVrWC9qMlNqUjFTdjJuUUFtdkYwMHA2bFZLMzExbVR4SjY5dnp4STVZMTI2cG84UmZCdythTmJMWlgralpheVBsSDFQQVRTdDZuOUdTNUJQZ0VNVkRQOFNJOG8rUnl6U3ZlMmRBd2NQMXhjbjVrY2dGZVJkMm1OQndFUWxBUEpSZDhpWGVBQjN3QWg5YnBvQlhGNmpsR3kvZE5yV2l2QllOWUdaUXFNaTBXTDJibEEzR0NGYWNQWTJLTFpSenRRZVlaQldHWmtES3JXcU5BeXFabGxadTdEVTlwM2toUlV0TEI1Ni82YkhnT0tIWkRrUXZ5QXllRXVYSkJNemVVVEVLMmdtU3ZSYzN0b0pWTnEyS3ZmZUJpdFc2N1BsTnc3N3pseDRRSVJ3TGp1R2l1NjM0cW9xTndPQjN4Y0VyRVRpSTBYQncvaUhiMTFyellwTFN6SHVkQVlEanczM0xNc3pMSzV1dGlhMmRZMlhTK3NEdHo4UTNyaGdYTWlrcklIWlpRVlBsMWJYWDRIZ2tPSVgvdWZ2NjkvWFYvOC8zKzl3OFg2TWNEcUdZdWIzZVM5MlU5cEVIMCtKem9yZURRaEdTdm1SeXZhYTBxbkVRelNleWxiQmFmN2F4MVJoMEs5a20rVWFuVzIraUZGQ3UxaWswL0p3VE1EaFBUZldCL2xiMHRWdnpOcHNVdFAxVlZWcUlLSDRJNjAvbG5ub0hndkEzL0FQOEFVRXNEQkJRQUFBQUlBTjJKSGxrazhOdjRPZ0FBQURvQUFBQVNBQUFBY21Wc2N5OXdZV2RsWDNKbGJITXVlRzFzczdHdnlNMVJLRXN0S3M3TXo3TlZNdFF6VUZKSXpVdk9UOG5NUzdkVktpMUowN1ZRc3JmajViSUpTczFKTEFHcUtjN0lMQ2pXQjRvQUFGQkxBd1FVQUFBQUNBRGRpUjVab0M1dnhTY0VBQURZT3dBQUNRQUFBSFJvWlcxbExuaHRiTzFieTI3VFFCVGRJL0VQbHRuQW92aWRwSkpEMVpaR3F0U2kwa1N3SHR2alpGVEhFOWtPYmRuekFhelpJckdERDBEd041WG9YekF6dHVNOFBLbHBTZU9tNDAzaSs1eDc3NW1YeDdaM0xvYUI5QUZHTWNKaFc5WmVxcklFUXhkN0tPeTM1WEhpYjdYa25WZFBuOWk5QVJ6Q21QeVR5SlhlU2FjQWhRNCtiOHRFNmZCMVd6Yko3eHN3aEczNXdJdkF1U3dkK0Q1MEU4clBGQXZsZlJ6Z2lHa1p1ZEp1MklmQnRDU1Rab0pkbHpuY2RWMFlKcTIyL0V4VmdXK1pja2JaSmhUZmFGbmJhazZ4Q0tYaE5FMm5tVk1NUW5IZEpuUW1NcHBLU0tibk5oMDNKK21FWXJuYm51L25GSk5Rb045b1dFWk9hVkJuTFFBMU1ERkV0V0RMTExTYTFMSURQRStWbGVuUWxTTDJoWXlreVNwTjVIeE9qc0VvbFo1ak1HWjNBRWF3ZzZNaFNLUzNZK1NlSFlQNHJDMXZhZk5tSmhvZEZBU1pRdTl5Ukx4MmNZQThubmhSRmFtSWhrQ0h0UGtkVFUxMnpRUStvNnNVL25naVJ5aUVTeVVtVXU4aDZnOFM2dG5nZWl4TUVzZFZRN3hybUdtb3VWZHVMcFpHYWl0VHhWeHpyZGRhVzMxNW1rL3hPS1FqRmhVMVZ3YURVK2hQY2lEUGdFSW50eWdrQTExRGdPUCt3YUdKaW1kOFVmSENwS2o0SmsvMnRaZ1F4THBnUGduMVJvVW9OZE1RcGE0ZTVXTXRkVG9QcW81bWV2SkNSdEo1c0pYbHhqQmcwOWZoZHQwZ01EMEh0RzVHeXdsSUVoaUZiUCt0aTcza3Y2R0xXM3JSdFRQMlEwbCtCZVR2Z3hHVlpQMnJlaGRjWFpkNlRHdjIvMXJyQ3Rzb1VXdFI2MFZwVWV0YTE3ckNCTHF5V2s4dm8vaExRaVorRUhxN1VZVFBtYXdsUzEzMEVUNjY3YnF0OEE1ejdIMFV1UUdzZHRCekdBNWdoQkplUDEvekxoRmE5ZHdsMXViY1FLKzZuV1ptNnp5UVBlQkhDdUtwY3M0WEFPQ2EzSGdBMk1xU2VjZmVHenZPWnN4Skcvams4Z0doalBFZktRREVNSlB6QlFDNEpqY2VBTGF5WkM2eHU0U0dJL0dTMi8yOTVFWXk2aEdWSnNFSEgwVmltN0wrMGFNV2UxcUJsaVhKcVJOYVZqZlhDQWdzU1k2QVFPMGdRSGo4UllYZGd4Y0phM0JjWm5iQzVUWHJkbFczbFdXR3EzcXRzT2d6UkdQVzNwajFnQ04xbzdMcm5vTFRIMXA5bWNVOTRKNVZmTFdaMy9ncHp2dzR3aHowSTdvNms0NHhIVGJKWG1MdnJOOUJTWDViOHFuUXdtQ1ZmaXRFdmN4OUtYVDErL3VmWHordXYzeTYvdmxaZW43MTlkdUxoYytHT2poTTBpK3BqdUxTMGJNUWtEb0I2RE9jTWhvN21kTmE2ZDJpdi9JczNXRE52S00xZGNhYVdpdHJzNUhxdFdwYlBheVJ4UTRIalJueUtjUVhjTTltOTBxZnlPM2pNRGRmRmdkbHM5V0ExRTB1QThqT24zc0RzaVFNWVJ6UDkwVytscWF0UnMxVytPMVBsN0g4MEhwNGhOeHBUeDBVRDJqQ3FGTTBUSW1sN1p6Vm5FaFhFTFp1TDNNS0E1QWdITVlETkpyNHBtMDlBY21BZ29DYjFqMDZsb0xvTXRmU1ZkNUJ3M2c0bkphekdwdzZnU0RBNHlTWE05VHkxMGJ0VG9CSms4a1d1MGhWNVJ4bmJaa3YwaUlBeXF1Y2RRN0d6TWdaaWR4bC8rak04eGRRU3dNRUZBQUFBQWdBM1lrZVdjMEpUd0xXTVFBQUtUSUFBQTBBQUFCMGFIVnRZbTVoYVd3dWNHNW5aWnQxVkZ0QjErNkRVOXlLTzhGREtWQ2d1SHR4dDJMQjNWMkt1N3NXZDNlSDR1NnV4ZDFkTDMzZjcxdjNyblhQU2libmorUmtUbWJ2WjU3Zm5rbUluSXdZTWdJK0FnQUFRSllRRjFZQUFDQlFQczdENENFL1dwS2xUWWFQbDA4MjR1cjJBQUEyNWI4bmhJUUM4QUlBSUFWSUNBc291YVNmdG5zN1lPMm43RC9iK256NlpLclA1bGViVDZmOGprc0hxVFBnUEQyd0poOTJOeHg2dG9vU09EVU40WnN4cG02T3NxL1JjaktLRUVUWmt5NzEzZDJuL1hKNUFFTGF5TU15SzVmRmJwNkxDYlpWSFlaamZva0MwUkpjcjNBNnU4b2xoQ1FacCtJc242L1JBd1FlZmU5bVlydVBLam1ybUdmMFI0TVY4bnlibEg5MU95NC84bW90NmJqMXpOeVBIRWxpM1A3NzE1YVMxeW1YYS9QdjVWUVhBUjB4c2YyZi82L1Z2NHc0NjRyWVgzM1U2YmpRUWUxOGZuYTJkaERqcnNBWjRmUGNML25OZDluSnJpMUZzUzczTjhGZzRCMjgvZTZhNi83WDF2T1JwTktSdXFJYzVodzJIQkhIeXpXM2RkTjJMU1g1WVk2MVlSUDVNMm9VeDEva0JGZkZxaDlmRVZVTWEzUlRmTndMYWxPVldRdjlUYTBWNmhNTXNRdlV2NW1XWG5XTSt0YSsxYTNSTjdLNTFzdytLQk5oM1hsMVd3M00rWll1NFQweDV4c29SaGJkeUQ0cS9UaGJyMnQvbGJ2TVZEYnFQemxqMVZ3UXExWkFmYzlmZjJ1UEZKMDkrMW50MkE2UFZUZStWb3daaWpXTUwzeWVNT2M5bS9Ea01qaHBlbWhTRTNrMkh1M0RLeFMxemxCcWZZaGdwNUxUbnA4ckwzZnZSVTlVa3ZUTFVPcFdkVHlhLzV4bDUrNlVLS0pJbThldEZuaVBPT1ZKZURyc0E0R1JuUmlwa2oxZDZPdms0QXlMUkNSdUViSS96YWtBQWlkM040QXBqblFyT1l3T09IWW02WGljNWZzbmhSVEtURDFucmZOYk11ZHIwMzNnbGhzSFgwMzVVY2tZd3c0cTgzYjh2OFZUcksvR0lxbXhrTVEzMkRlU0dSeUUxamxxSXJwR1ZQL2dGTFBRMUp5TjRwZ3M5VjFuOS9Va2RYZGZYTUJtVUh1QXFWSllVNmxodFlpYUcxK2pKUUk4Unl1dThiaWhST3ZyWUk4dU1Mdk44OGZzVERDU3VCa0txa1FMWVhUYk1PczZPcWt6dzVMZDZFcUo1WDdkOVh1eXVhaWdZOUV2NWhBR2tDMTF6R2RTNmhlTm45Y0ZrUE1BYXNqNzh2a2dCL0dGUEFjRkxoRHRCR1B0QTlPTGtwb1JnUnhLVWI3aGdHQ3lrUFRzKzRnRHJWbW1BeUVaOFN0Y3JEb3lvQ3VTWUtMYkRxUTZnQWV4WWtNRHdIZjNQZVl6ZUJ3emRCQUF5NTk5Yi9PZUovVDFodGM5aHMwZktBUVBWbW1Ka29makVXdFQxN2U0ODBNWStHeE1vRmcvUFpFMzdSbVl5VHJ0U21NU1pCOU5rVmdVQlZNMzNqNmVJRVowc05Tc21xdDd5REZTUjkxNllKSzBJOXhlQnVUQ2gwRllsb3RVb3lFUGdxNFdBRGhNQ21BZGc2T1pBcDlFSGJvWUI4a0F2akZxbTZJUm1HM1p6SWkrdUttY2loaXZnQWNZUEhpUm5USUJwV2pNV0tRYVNIaGRDRGRzSHVNcVNEeWhDVHlBR3RZM1ZyaTdWT2VBN1pBbk5VZ2VPSUdMeW8zaFlHSm8vNFBFejR1ZHhhUndldnlsSjUyQWtLZHlCRGVWV0QvNkljUEFHb29nZXd5SWp4L0lDVHo0OHhTU09aQzRKT2x6ejZnZkh5R3FCQTBNUnpYUHNzbWh1RS80R21hSUhOQk1wOENJbzhoWFpINVNGbWZ3ajNhWUlReUhQQ045ck5ZeTNiSUZvWk9YT29nSEVZWWhveFRFSUpzcTdyWVJUUHluOTB4WjJBRmFpMndaaVRTSVhOK1BsQnI0RERvMEFPeFU4U0ZlTHZOT21XOUhjbkNHdlI4dmtkeDJsTDl1Qy8rZDNyMGYyMWpUaW8xNUNQR3Vmb2dVdWY5eVgvbHU4YkF4dSs1ZG4rYjlIQ0pFME5GaTBFSUpJMDFKZUp0VXlPQVlYV1FQcFZzTTA5dG1DQXVOUHNyOU80VVVkbDdzTlpGRExUV0tOQ2NGbmp4UjNhcmtkN0ZyTDhEc1o3RCtGRTB5RE5sUjQ2d3Ztb2ppTlJvOFZ3UUFndXpJK1QxZTQrZzNqQzl1Ri9SVlBwZUxlNzJ2SVhtdzF3Z0lYamRtUWVuUGxBL3BFNE9qbkY5VjhCcVRRSy9DZFNJdTJvL241NlJHRTZTd1d1SjREWDdDU1JPRU5GTDlGRmYzenI5Rkc4eUlaMFBxTW82SDBKelU4NW05dDZwZkVWTkRBRjkvby9jQzB5MTZRYnJMWW00QmQ4Wi9INlNDM283U1pyeUc3WGVIaFhhOVg3Ykt4L2k4U2x3T25YSDRYTTQxN203SXFtNE1wRHpDK0d4dnd0Ny82bmdhamEwMnByb1d1YXh5YWozTE5mOUJYdlRtdnAxdStmdisvSEpPYmZWbUM2bjFzdGwrM1ptbHh2NlM5YlpkbkZUeHZtNGtWNVF1b3N5cGxvREJtdnZrTHlWc0IwMXZma1NsdkxWNFV1NEtBdGJTNmdaNXJUOC9wTHpmblQxM3ZrKzYxWksrM0wwNnYxK252RGRzYldjZHdmTzRTQ01uZlA1YXJ5bTF2OWhtM2E2dTBsV2xvTTJ6eUttZ21MWTRKOFZDeGY5OXlTUy9oVGx5ZkdhVktpZmxOUkdYZWJhZ0lVOUh5akhCSVhPUHJib3pMeENtWjBpMDFONDZFRVFUdTlvVy94Ym1INTdOdTNWYWVtTThQdmpwRTVLdjVaRFBoOHhJcWg0MUJvWi9LOTFaVGJFekgrbzM1N0lrVnRYdEw1VThhN1ErZHozdWkxcjlYdDM4OEhiK1hwbmx4WGUvMGxpWkh4TUtpVzBKQ1QxVjd2TzVqb3ljUEZBR0tIbitGeFFlZ1hTTE9DVDZDOUxuRFVwbzRrL3pPY25aeE1GU1RJOG5yR3NydWhDZjltUnRNRVFqUHBWUEZZZC9aTFl4TXVIcGlJMnczdVN6YUtBRkE2SWNrQU9jekxHektlbHNUcnlRZ2hjMExKUWlkTjdtZmRsek12em5hdndaaDJTWXNDVVJXeEpCTGR0NS93emRZcW9neHlkZ20yd2tqMWRHZEN5b2tRb3BlbXRGM0ZIellhbzI4S1V3Tmp4NzQ1YWZPeXc5V3U2b1R4VEFvamtvY0ZhbmwvcUZGVWxUTUhvcjVLa0pjbDlsRU1GTkpwUWEyTThQa2RkRS9nc0dXOTJCRkF0OXJWeDc1SmZiYU1paGRkZmI4NlAzdFBmekJJbWRLblo2YmVmci9ydlhHOGs3ZUxmOWVwVjNHVmdFSS96K1ZOalJTUXlRUWc3TXpjL1hsMFBUN0VFeU0rSkhDNW1rK1dveUJRUlVDN2QvOGdjeWtRWkhpWTIyWFNqRkdlcEU5dDRSZWU5YU1BcmYxOHRQem5vQWwrSExaTm5VcVJLWHNDS2ZtSEo5azNGNkFUczRZbWxuWHc3NUlOOHU5Z1o2ak5ZeHVyVnFhcWJ4c1ZlN25GRWFvV2JvZFovRm9zNTRIRjFTNTVJMjNvL01pTGs5NytSMXlsa0tIM0wzcVh5ZWRTTG1pZVhldlpLZlVka0daRzc1THRQYmxWNldTNUZJMU43bWVOcHVOb3U1NHhjSU82aWZsR1U2NjZpdTVoUlRxR1ZDTjFhM2E5bS9SbWJ3dWsvanJOUys1TVBKN2hMMFBwL2IzdG5kNVZYZUVmOSt5STNycUR4RnAzUXVGQjFMSXJidkhSNDYwYXk5MVhSTU0rYUR5WVIwNHJKcHg2cksxa25QdEhMYWxHY3FtTFZ3VXk3VHByQmFwcHl2OFpqNXdnVDRKWmFiTnYrWTR6Ni8rbjZRS2szUVAyT2Vpa3FraFFLTlVpRWpTR3lHeGYreVYyb09pYXhmdmhYWFVHYXFCbVh1Z2V4WTFZK0R5NXZRYjB4SVA2Lzd4bFBLYnFrZWVXM1VOQ2pLMUNBZnp2SGM2TnpJM1RJZXRGVXFYeVR2d2ZwZ3hnYkt1cnd3K2g0ZG9PdDBPTVFRS2Uxa1AvWTdMZVVMaDNsb2c4cnViYXFFYTVweFVzbSs2cm01VWRTUzVjQU51NjdCREIvYXZxeE1YaFRPdStkYWIxUmtsU2xVRDNVSTUzVll1cDVXOFVvZFlzeFdBVEt2N2R6Uk13bUxBWmRIQ2h0bW90Qlk1SWdqb1J0UDFJTXlJSStJMTR0R1VxNVc2TVdnMTd0MmZLQ0Zjek5OTW1aYnhOajd2dXp0L3RoakQ2L1hXTFh3L0xzbmRyLzZsOVh0YlNUV3JoTDh5eDlUU2dBZFM2akh2NGVvTzZzdkU5THFFQ3h3OWJtdmN3aHFBb3JPeGc0d1BPYURwNXI2QnNaanYwa2o4NmU3WDRraU5FcTRXR2FOQjBPQjdJM0JCanlINmNLRFBoK2VnTDZlUFpkaUNOZkNYRXFsWGJwMjlnc3lrbURzQThkMEpSNFlHU3RFRG9UZDFxdTJaME55ZVpjSTdwSkVCZ2MrSWNVL1Bld25IVldtMjNBMVZYUkkvY3R1U2U4RG5wYVZTU2F3U0d3bjZIQ0RDTUloR25PbDFNT2trWFlHTlVIRUdaVHE5R1pUZmVlYU5YUmtmVVlieTNyZDVEVmVLeUpFaXkrYnlZdklmNXE2bTRSU0Vja1BDNm5wc1VYSGJGbkpkN2tLamF3L1JwZlZsTjNQcmFna0ZzWS94dWxsbTJkaWhjdHpBODkxOTRQYjFxZnlWRDBEdk9yRnBKOUpHMmtNb1YvcFpSckh6T3UxV3BmSk1oY1JVd1JwSEhvWDlmZmhjb1l2MVNrZFlCMzFQaEZFN0daeXA3alplbDFodXE5cE52NUdpOVkxS1lTTzNpV0hDSHpkeE9sMUN2RVNVajB5K09XZUcwR3Z1SWEvZUI4QTJheEFzRi9uZ0ZJRGF4ajFRenhuWXBKc2J3RDBZV1FHeXVTcmhxOVVQWmJzZklUYlY0MHZkcVVPRjVqdHhFT3BKd2QrbzdkSHVlUVFJMlhzY3NvNTJiQ09sMHBWdlBtUTBnZG1pc0F0Q2NPdHRKRERHZlA5YXZ6RWdwUndhRDBLQ2FkS3JmcDVqTVVuYW9yOExEdG5saEx2OVpqMUl5eHBJbzA5V1ljZnFxYmZGeHdKMkUvTnZEQytzN3hOMjY5NjI0d1o2NzRFaWR6eTc1MWdNelZrVjFCeGxSQ25mdWNLVC8zYzJRSVgzeUkwRVJXbE9Fckl5T2VPRldGUU5RSVh6bGZjNFdESDRmUG40ZEpXakt1OE5JU1pwVDduWml0c0krVVZ5K001NURDZ3BnWnVsSGtBeUdHc1RLc0xNM0xDZmxQMnl6ZmxYUGFVVjRoY29ZWkJ3eC9JWVk0VzIyUmU3R2s3U1JZNUltRzFvWXRpVWxmaHZQY1FnTHM0WFVYemhjUnRseUVhakdZcFpyQUJIK0xHUWVORFNYOEF6NFMwUnNQVnhDejJhYUpRQ21lOFd0ODFudzhRYXhHMXlDakZQQ2pPR1VpTkMyQkJUbkRuMVg2ZTJWcWlyYjJPS3ZiV1h0QnlKKzI1UnQvRy9lWHVJUWVOeTZaOEZGdHF4bWJwczIzME5Ic2wzWm91M1o5MXNtRnJONWE5NzFtUDNMRVlpVzlnNmUwbUszM0s0MU5wcEl6dUVTN0RiL3ZRWmZwYlR6YmltOXRUUGtXRnRoRjFvT3lWOGtuUTIyNjlPM2s5SFBObWFiRTlHSUJGa3N0Q3NyN1BwODExL1lkZVhxSEwzK1Q0aVVhSlZ2Zk54bzZnK05mZzNud1YvRGMydjN3VVVUWjJ5TDlnZWlyZGpSSVlsZVMzcjJ2dFJuRStmQ0JZaG1vZWtINEtUTy9WZHdqKzFmbTdpRjgvM1V0TmhOUk9HM290OWRBNDd6aWkwQjUrMmRpbC9kNWpNRGswRVdGWVJLa1kzRk9COEM4OW0xYjlzMFAvMnMwbzNCaVFDeldKWDhCL2MzbXIvMU1xd3BYUjBxSkF0U3R6UWJidTFYdWk0L2t0bjFicXpMdSsrVzZ4cWM1Mks5OWdLMUs3NDVLYVJaYWJ2VHQzeXJxQzQ3WFhBUE9YM3hpWHBHcUMwSER4c21xYXdjQlRsb3ZWNDBKTkRFMDBUL3Uyd1BXYmFwcTVXTmdVY3R0TDhCUEZ2TWUxNjhaRTVIVVhyTTZ0VitnUnhkSEdCaVpQWGZYREZaTitxOGNoOVZMZENOeDJVTmFONVJxcjYyNFNpWHhoTTl6elEwN2Z4RnVsWmRRZzZxZ1hBamZNaWRNbTV6S2w2azNEMjFHN2MwWCtJY0Y0aGxTaXR0cUdaOTljaFY0UkZnaFRlT1ZSczJyMHlrL3Nsdk9CQ2RIWGM5OElHNFQrWTRFQ2dYSzdTcjFLdUZQMzNaRmRGeHRrdzVibFgrNnNQTStvVnFEemUxckdzQk9nTmc2V3VMSlRzYi9mUDdMVkFMeEFLclpvdUJMYm45Wk5henFUZFAyMHY5c3VMMVAzeEJySFp5RWVyRWROd09QUjljWlpmNnRuUjMwOWU0M3lrYkxUNEswMkdkb0lhTlJSeEtTRVFVSm81MnIxTDd3TDBKYVBidWR5SnFqUkIzeXpUbnAySjV4WmFFak0wMG1teEpjL1BacGl1Z0ZkZG9vZlZUYjdQa01XYWN1aUdrSnNuYTdFSmFqeGpSQk9UbnVLbG1relF4M0hlWFZKbnM3bFBNK0hCYXlmbjdDVjVNQ01NSVdId0cwMXN6Z2xtVmdkbTlUTkNwUUNjL3NPK0VxTnhjVEY3UlNGejJ2QUs3eUtDSTFLcmU1OUtuOFBlbWd4VnJnMHlzY1o4M1lNbnZzcXZOMi8zMlJsSWR3Qm55bUtQZlVtRmRZRWE1U1RXZWxtSkU5UGJVRm1LeG9IMDVKY2xsTC9uQ2ZMTTdJUG85ak5lYUxtNHBzU3ZabHExTXhnUE9sWWJpc0x6U0RaalNINlcvRkpRVmpmOXpRdkkzOWh6ekxUMXpvREM3TGtxY1VhK1dBdmJUT3QwUnVGUmVseGZXeFBiYk5WbXRHN1htK1JZZUt2NWJXSVM1OFk2TVFFRUpoOW9ESFNuVjlqUDlXS1VPZ2ZxdTlFQStrUCtEUzVPWm9ZZ1gyWXNXV3pZUkRkdHlpOXpQYURJY0htT0ltWlJCeWNCemZaR0F3SGtYcElGVlhhWURlVlVKamZ1dm5QTEZRSzNHU0hCdlI5YURRWTR2S2RwRUhCYkZKMmxNSFNMSi9DdWt3ZFFENXpCMUR0Vk9hRzQ0VlBqNDFnQlJoU1VFN0tLSEdDNmFHNkVCeVBlZlJBdlNLZ1B6eWJCRmVJNyt2Ti9aY21EUUJJbFdKT0lOVUxnSGREYUtjVWZkb09qb0dpSDN0RDEzd1IzOTkvZS96SlVKdHlrZlVzdUpMMW1QWnZyRzlYWG04M01jTVNYMUk2RDVzWjY3UU51QXhSazlITUF5VVFrb2srRS9xV1FleG5WRHJDZTNhbE11QlhrdzUrR3BUd1A5clZkYlRKMGtHTDZTMElabEVQOFVBU2F3d1lNaHltRUZ0TGl5SFpJRGwrVndrOU1oRndSdHJHRUpCWk5KaHVDRkwzV1dmUDhTUEU2aTJ3UWRLWDFrTklYRGNtclBkZTgwczR4dTB5QXorcmlFbjAyMUY4azlKNktJNEVMZytvR2MwWGpTYVRROURFNHRxY1luVXh4K3pNeFg3WXd6WndRQ2tNZjlFM2NoVTRVMnhTOUJDMlhHTjBBYVFsZ2RUWVlEUmtDVkpMUzFrckZLM3RJRjVFVlpSVFRxUGk4dVdaRHh4d2JpbDhTUXVMWXRSNENZbnlmRG4vczFKNTVNWmNTU1BPRll2ZTNVdE9HazI5VEZPMDF2NnRQSW9URldwR2xFSWZ4UXhhRGk2NEFVRUo3ajdGcjEwR29PdTRrNnMrT2RxR2hyd29pNVcvajh4bGlhQTg1VnVCSy9yTG96S0VGUGJQTGtGc2JEZzJkdmVKVXg3YmM5T29BQmNDUmhmaDdQRDdSSGdCU21CdWhCWVpYYTJiV01VN1E2MnVtTHFHZnE2dWlnWmFqbGVyUUd0TVgxVU5uYmo5SkNUWmNqQkgrR09tZWYwdktmMDQzYjN5bEI0Z1h6aU5lTnIrTFdabHhuT1E5OVB0a3RScVBFUVA2T21sMEx6VFl3R25vc2hadWsreHl3cXVZdHZnRlVnY1E1STgwSGhCTWZMRExuSGdOQ3dKemdLL1RrbFZGRlhDRHNWMjVlbHhqK2VpcWU4aWxrQTYzeWVUMVFHSmh5dVdPSG1xNk5nMjdhKzJjb0ZZTE5NSFFrdmhYRFdOWFFZT0s3MzhIVHVGL0VXd2hoeVZobWhkOUNQSXBRZGoyMjIxem1XQ3JrenRrdEhLQVllN2d1dGZpWWUxWVZOYitXRzRINW54NWZYOStxdzFEbkcxL1hxY2F5U1JvWlZNKzBwTkxaR3gwMTc1UUNOaHRMbkR0dzM1OFRMSys2V1AwZXRTOVA3UHRsRjNLOFQxUlRMbXV0emxmOXFVR0pFdzNsZ0llT0tGVDlaRm80UFA1NTNlL3dwRG1ILy9weVQwbjdaZHRSbGhIZGZybWgybnZiVkdNMVNXUWJ1dTRXOUhjOWtoY2tMcEpqdk9SdVVuVjJzTks5cCtlNzdNN2RSMTVFWEhub3dLOXdaeVIwVUZFMVZwYkVrcGFwd3hlOVhGMHA4T0JMT3RMSWpZY2N6eE9reklqL1hZVURjVmRBdjhITy9PUjM4N1oxYzZjUWpva3pwejZiU2RGUmRCcWoySURaUUVEQ3pXdnhJK2RPSHVOVzNBYmJZQSsrNHUrSGs1QjRaaExnRi9XTkpPTURhSllUY2piRWMwc0NiMkpVRzV6UzRudm9ubVVRa3pvMVd4UllFRUZZK3pXdTFMQml6UDhjNzcyUW41dkpaeWxPcXBWMFhuK1FuMVo1UDFqYW1EMlZ1WS94WnRqT2tVNFVMWU5ETGNsOXJLQ1NPdE9laVZRaHZWanRhSjcwU21VUXVyTkJFWFhVZEJxb29xK3oxNDZnS3I4OWo1OGJ1ak1zNHFWUmVheFZaa1MyYnZNUDZTbVVCQStZd3B4eEJMdnZZM3N3eFVZL0F1emxNbzM3SExxSVNGM0ZBUmxpZHBSNDVENHJJbVo0bEhoVVlKZ2QwSGJvNFdZRHZ4V2U3RGh2QjE4SEdReElVNUs2ZndKU0M0RE4zVksrWHoyazA3b2hwR1pLZnI3VTJvV3RNSUUvUnNKWlB4ZFhUbVRpblk5MCtlRlFiVkJHWWdKRmhBckg4Z29HN0FPanN6dEYxT1BvWGJWRUlUemNtM09OYkFwK2drQVhqQldDU1pXemVRUFNqT2k4cHhNVVJxNXNmYlFaeGtqWUZPckJjeXlQNmtmTHc5VmIzcUp0MHd4L0ZzZnRUWE1KSUR6dENKSnczLzdQU2tZZGI2SlNPeGRsVFFldjhuUTMzakF1akc2WXpoTlpTci9MWVVpb2ZyM3V5N3RQb1IvOFI0TzU5elI2L1hpTHJHc29ncExRQkg1dnVZREdleHpBaGY0YlJlMStUaktFbkZaSHBDS1RPZFBJZlV6RU4zd0U3SExYbHNjQUZGdG5nTitlSGpvN1phV3phejkvQmo1NGg0Z29lbFY3YlNaMWdtR3dreFNLNkpoQWhEVG5yRXFXaGdvL1ZHU1h5RDhudy9wdm11Zjk0R1plK0pnMHR6NW16WHRPUldEajl0ZmF3MjRYbUZ1d2l3bVJaRUh4dTNUeWxjVjI5cG4rTmxuai9kd3poVXdIbHZ0TFAzdFNzZ29UcmExa0czZW9ha0wyR1l5VHlabEEzKzVqYXZYUGFOYkRFSnBucHAvTy9IbE9GZXI3Uy9Idjd5R0hhWURsUWNMbFdhVEplZ1hLcXVaTkRJckhQK1pZNmhacHRVdXRSSXA2NlI3dlVtcnh5VUFCN29hSkJFc0hNV3piOFlIbFkvYWhnVkdPTzV1K2tvNUdwMWo3cUxTSVozSWhQZzREcTMyTTNVdGhNdFdLWjgvdmx1ZTJ2Z3FYeEhvWHBFVVZXYnVaVjMzRERxUzZwZjdEb3l4S1kwT2R1R1pvbVZYZzZwWXZvaFdpZXNVTWU1WGlNZzBpY1krNm9GSlAvczJDYnhHODBqMHY5VWhNS1VERzFZRVJNSDgyRDNZeXNQK3BrNFFtYnI0bWRvbVdoelk0T1BRYnVGSHRDdUVmMWZZVVpHTmZkd3A2aTZoVzFPemJudnQzdVQ5b0J6TGtLR29udGZsYmg1cjBZOWkxellkYThOQytqc2xYK1U0T3dYcWFuTytBNk0rUmI2ak1GSkVkV05HaXZVVWZmeGZ6OFNXMXVScXRVdTV3TGxTR2V0ckF5bFFIc0daamF4anpOS2ZkNWZqbzFnZi9MaHJnai9pRmhVWDF3YjVvSlFMNW9iNHZFL2k0TnluZEZJSml6N2Q0Rnl3dU40TkFyY3VKVks2ZGNQSnB2SUNZOHg1MU1yY1E2bWdMZGJUVXhZOFV2TFBOakU4ZVNWRlJKc2U5cDJEbHBqdlpEZHdWYXlJWW5DVTl2YTdiV1B6b1R4U3dYcGtPb3VCQWdoaVpwZzRkYVptTW13clZtU0I1YzdXWjIzNXJwS0kxdEZ3UUxDTEovWjkxbUpyU0VFTEd5VVA3NEpmcE5XbDJXTFZyY1I2Z094TVhYSExYN1l1WGNSY2luZVRoOVBwWVJpcy92ZEl4bnZJYmxYcWx3WExNM1BsWEVNL2Q2MXl2dDJ1RDUxY2dhcWJRa3dXNXAwbEZzQVg3YVFmMGdZcTl5ZFQvR2FCdWZBdnVEcThSY05CZVhrQ3FXRThaOUtkejZlbEVQMGVPcE1nVFczbXAyZHZLRUp5eXRDNHVSQlRkYWVzN1RzcXA1eEtza1daY3l2dm1vMm9Sb0pDMHpvd3Q2T2VKd3dlQktyVkhuT2hRNzVQMUh3bUJtR1ZCWktqMzBUbHpQd2E4em4yQnVCQk1ZVnMwSC9xa2txUUI1b25NVGNqbno2UVhGL0RVNE5Kamkzc2RWZ1lzbCtYMStPZWNUK3Y0U1hsdWp0OUZBSDZrSXlGdWYvdDFUT2k2WTZjWURnTmgrOTB1ajhMY2ZKM0VnT2JVRGhVRmVCZUtRcFQ1QitiazRvT0p2WHJ6ZXh2RnVxb3NUVFZCQ0R3OC9TY2c2YnNSR3p6UExuR1NQQmVRbXpOeDF4bFFrbTZlcnhuWS8wbHgrcUZaSmlDWEFnc3lSUEtOSHB5T2FlU2Z2QXpIcHExcmdxdFlQVGs3TlRqeWIydVRYTksvV0VDR1VONDZTQ00wODIxZ3VML1pqMWNTdXB0ZWV5MFBtbC9CVHRpUUtFTTJZSEh6Q1hMYmhQZTJvOGdJU0lscGo1QmdSdFZENjczK2hKSGtzWXYyT1RzZFprb0VHcmRzZ0xCV3huRWVxQy9KSG5ZaTg4cWdNNDRkU0VsbHBQVHllalB0cjlUTi9udElLdVNJSUlUeXFzMlJPdVR2cnJxenJkS0Q1cDM4cnhMdUsrdHZJem10QUJSdzhibW5UMkRuUnJnWkx1dndtTnZpQ2JSclhyZUszWjNSL05XdFVUOSt5UFEwV0p3N2dhbld2WHl5Qlo3OTRPKy9LeElUUS9rb1RiL0dTTWZxUkF6eCtTeEdmUkhYOG1ZYlYwY05rVmxDKzhQdG9aeHNHeEJCY3hRNCsvcERGQ2RGVWpNMHBuTEVSSXVzRGtvMHF6aDZKdm1iaStJbk5tc1BEcnFFYnh4SFF4bkJEMHVMb1Rtd01QOE5jMjNJekFXWEN3TG5sd2MweTJWMWlYQ0U5WUpFUUQ0Z2prRGNodGZQT1BhKzNHWkMwc3J0RTZKTU90VGRUMkxLY3F3MmRzRU5hbjhHeGpVWWR4K2VMbHh1a1Q5KzFlMVBYdmwzNHh0SEM3ZHI3YVUwVjhCT3NHcitIaFVWSHZUd3VkUDJ1TnBGM0hsVjI3VmdNT2Z5c2t5Q1R2UU5oN2VqbEpjd3VYemZwc1MyVWxlVW9kcjBvTmRGemtNVHZvZi9qVVl2OS82ZUl2OGcxK3hhbEdvWkdoWHRNKzluMEY5ZzJQL25ZSkdXR0hBUjhHSWJyeEJ4cVUzcFIxeW9kNlFLR2g0VmIxRm9TVzZwek93L3VlMmhEVU1WZ213OHZYelFLbVZPNWpOSTUrVTdMSmZCa3dSakZiWkt4SEUvWXVOaVB4VlZmV1JMMFhhRTdYL2RGYzVVSmNGYURuOGU5b1MyL1ozWDlpNUNWeHZlaDNHakxRUzNtV3V5UStOczR0K00vQi9WanFyTldkYnpRbnE5U2NXbXg1MGdkTm5md3AyNDFWK04yQjZzSTNnS1FWM1Q2VnBGTnlqS2RXVjU2dVF4WGJnNnIrOEtaYk83Y1NCT3N5aXZuaFZPQ2tUcytZN0dPSm1YZDBwV3BpWnRlSkJaRjJ5V1V0Y3pGK0p5MWlUT1E3NXFrTmZ2V3pIT0pQNk5pcENhMEhhcGFQZnhtWlN1S2x6dXZVeEVqNklOaHBUdWVvK0p0ODVSMlYzc0hKVWZsbFR2ejZYRzI4azYvSmU5am85SzgvSksxa1F5RzZULzRMVmdQMzFGTW4vWit5NFFvanZLK1NFVDhHZzV0R3pRaUZKeXhkeU5sSVltY1J2MFpoRTJHU1M1WkduKytIVUgxSEhiaEVHVWxNQjBON1MwR09SaHNoWGN3MVpmUnZtVzBUQ1I0TlB6WWhnMVJ3N0pRc3k3ZkFnOGFiTXUwNllzK3VQNHpmM1ZTL1lpQzZiSVBYUDZTYStBSG1aT01xR2dnSGpkWWJuVTJSSWcxWnFWVUVmUUNqR2p1Q1pDaUdzZytFVkRxVVF2NWkrNG1tNllaeWp2S0xYdWVEL2FGVTlxQ0t5UEt5aGJuMDR0b0RjYXpMMlhPR0FZUG11OUx5TXJoWURIdmt2OGhBQ3VDd3FCNW5tZEtDK3JnRlpUbUZMb1JFQ2ZXZFQySkU2SjhjSi85Z0IwaEN1UDJJTlZ4OXd2aHNPeVJ2UitqNWlVVUhPK2xQRGtNTXgxT3M3anRVSWdYNUw0N2dZRVBZUC9MZUlyVE1jS3lRUlpFRjRCUVl3bDgwTm4yNlBTdklzaEN0WHo0Q1FCTjFBc29KVTY3YVJicEdsME5KVE96blZOdE9IY3ZhRHZCNUJtUkY4K3ltZHBhNVVxeHNXVytuT1Z1UXdxZjlzZ2NLbzJMbFZTMUJNb2gvTlkyTDlSbmJxazhibTNhYWMwSDRqd3FuK0MxUHZabWhxbVhmSDFpWnNMdjBiOUtqWGd6akRmaldWKzdnSFJOTWtiMGw1TDJGZnBiQ1BTUzhBbDlqWUxseHRTSUpNaENWcXhnbmlUaEJpNURQVGsrQkhjOWtEaEhBWkxiVzNQY1NOUlJBb0tSRS80OFZ2RnNYUno4WWhub3VsanpTbGY1eVJFelNJVEtod3Z6Y2hObjFRc2NqUTZTRyttQ28vNVFRTi8vUXpXSzIrS1lIOU41RnFveit5dXpoa09nUHRqUm51alljWXlETS8rZ1ZGTXhYdFV2QTBTY09NdVRkNEg5NmJnc1hFYXBtcElxNm9pSGNtSWc4WjFSdTFxTkdiNVRrOUEwODJGVVQvQ2FwYnJENlh4Q21ZUG55YjhWUjhqa2lSRXNmRkRjdXduYU9LVnhDcmh4M0hRUFJYanI4VXV6UzFUVXBGTWV0NjVOOVR3QTRYNHhUR0lJM3lMZGZaTWJSQWxBZ2s4WTAwcGhrb0hxYjcvZHNMRDllTkhKRzNSVEMrdVAyK21xWVhmaUdaMVBFc0JKQ2ZZNFdrWmtkOFBPR05pUkRRVWhjenBLNHgxdThTaUxvSkYzVzJVM0hldDZ5KzhCWG9pbjdRQlNzdW13UVdDenc2NDJxVEo1OXd4d0NZWTlhdThFcVpQVE9DVHpaYUp1bVBSUi96QWRjQndHL0YvcGxVcXlEbUVRZEo0dWM2a1lnQisvakNXMnRTa1kxUHZlb0NVaEJjUmdVb2I1bUlKNEJkWFdid2FLbGJwMW80WU41a1NncVlpWGppbC91QTRkZmFQY2hha2VaSk1iVnJXVU5CdVBBSXZvcEk3NXo1WDl4d0VpQ1EwMzZOZ3RyTmI3cHRVUnltNmpPSHQ3dmloc2I3N1AzOTg0V3BqSU5nUkQ0QzlRRTU5aHBsT3BNY2llTXYwUnllRE9MQ2lmUW9LSlpUV1JqN1RYRXo4ekRLSThhejh5UFRUNlhYT2wvTG5QQTVnRDJDU2JmTmFKVjVYTjdmNjhRcDhGUTM3RWhVb2VDSWRyNVRBL0J3WjVEVWFjMEl3b0FvRS84Mnd1Z2pEZ1cyNVRYbU5QY0hKSEpVVVdBS3BKelo4Mm5MSkJiYlFUeHU1cXlmOVMwTmJDY3JpZloyeE1FSGh5N1pSNGNVV242SnNwZk5CaWU0OTY1UDhZMGNqSXgyZGFaVzgycFVPL3UxUWorbDJFMnJNUlZ2Z1Y3UklxL0djS1VRV3BlalVCS3dGeG1QcDFrVHFJaDlsZTRiNWp3Z1hFUnlYNlUwa2lqRUdHa2xPb1drckZNalF5V2NybnljcTNsSnBoSEFIMjBxaDkvN25oaWcvTS9jZzRhZmV3bTZQQ01OZTNQSEhtbVhQTnRZem1Vb2JPS2dOUnVBSmpDckZGVUVWY3oyU25FSlllSTBTY0ROZUt3aFgyb1ROa1F0M1JuRmhGRTVWMmN4NFFRaDFOZFU2Y0Q4WHhKZFg3Z2RWZWQ1cWRTajNSQXE3c0E4NUcydHhkWVZjZGpZSkhqbHY0TjExV2tqOHpqcmdxZ1JTS2kvYzh5dU15VG15SG41NUZ0N083V2tsR29UbExqcVpndEFPU2JqWjFtZTdySjRTSlZUR2UzOW5XVDFZZDIvVHpBQlNNVFNmUkN6bjRSc3NJWWJjdldzWldLaXFMNzhGTWVhUG9oNERLSktzVVpQOE9rTmZrUWl6dUZrdldhajQvd3dzdHpUWVZjZHl5RjJFYTVWU3MyTXEvTE5TUHcxanZJTncvdmZUQnIySVRISGd0N0F4L3h3bmhoNGsreUpYRzg4L1poN3BSVTkrbnQrWDczc3Z2L1FpeTE2aWpHbm0zWXZ4ME1DdU11TzdacG16enpqSUJ6clIxMkhHc0hhbTdzZUZrR3c2WHBFbzUxT1hXQWwzMk1mV2ZMVk1hRm10cFpPcmRTRzBFVmFsWnh2WkwyWmJ1aVJaS0tjc3JjbFZtRk9LcnFEN3ZpYnZPRHRUdzMxRE9ydExrMSszTmJPL3JkQ3Btakg0N0E2M1NONUF5Sm1HbVdNdnNBazFQNmM5anpFcnYycjYzdVkvTlZqeGM2UjZjYnh5WU9DMTVWQ3RxeXgrb3lYVkNuSzF6NEVvNjNBRGQ0amtWQjd5Z1U1c0QxdG44c0IxZHVKdzl0QzhvNGcrcjc3ZnErVjIwY3RRZDhxaDk3L3FPZmZjL1ZpcXpPSlBQeSs0Si9nTUx1TER3U3FGaWNzWG15ckd5V293RFdWN0Q4QkhLVWsrSmp5ZkZiN1dpbjBIVjBRamR2QUNTcUhaNUhIb1JtbUxiR0Q2SUNPS3BGcUtUSGNYTjQxd2xsWU10a0N2R2hyN1labXN5NGUrMC9ES0FBMlJGT3IrRDVxa1p5TTJUdmZsNzJPZjcvVmhYVDV4dnFnYThzU2EwWG1tYU5NQ2s5SEtiSGJOMG53ejg0dFZtMnRaVXJFSjFBMWRFV091YXlZYnRxVzc3LzJVRndNbnMvaCt0alpWekxxSGFXQXc5d291TUJzZEFNa2UxRVo2UUxSSDhleEJZc25mb1ZMVHcvV2J1clZKRXFvZWFRbEVxRGs0S2JycUNabzV2L2pIelNKSDVTQlI0aEhNbkxraUI2VzFKUUwwNFNRQ0ZiZVV3NStaWVMyaHVRaGJJTHJGRm8wd29XL0VWSWMvQjRuWUNQQ2pqZ09KRGx5UDVqYjZaM0ZKQ1BwUVQ2bnhKZ3dPR0V4dG5ITmUzeGFpY0dEY1ZHWDJabldCRS9ZdWxMdkVISVNMeCt5T3RmRjNGQjJzR1FVNmRJdDFaZ3NKYkcyRGpDcCsrR245Tno0Sk5HQ1gwaW9UOXlPRWZhaVlxcEVFYjljbVJZNC9FUFJ5RmVYN3M1b25OeGlGM01wNExaeEF0RTVzR1FuVDNoZHNVYTh2K2x6V01FcnJ5bHBjbWxNR0NRYnQ4N0J1b25mY0ZwZTFnSWlFN1NJQ0NlMEFSK2V1dE95YVhOVDJvTXhBZ1BSazBkMjJIdGFoaC9QTDlROUIxL1lOREpOOEIraHFOZ3ZuOHFDM2JsWnpBL1daNTRPbjFFVDhrTUsrYjZ5cFBybHBmbSsxMWxBZS84Qks2VVJiRWZ2citVNndlbjZBNU1hdWp6MDFDT3pNeDJQWUZwMWI4dnpqVi83V1l5UVRHQmh1a0huWENGQ2dpRHVIN2xtMUtmMEZOT0dUVFVZTTdNSmliSGEwMkExTWdUVTNGeUlwSmhSdHZhYzIxb1o3SzBGd1Mrd29Xd0lZeEhJcVNHWnJCUGtsZjlIRTB5NStaZlo0WVN4Q3JGWXVWSnd2NnpZd3hQUnp3L2VvK0cvdVBrUjRBd0FVeDlhMUxCYlcxU2ExR0pLZE91UTBMVHNReXZ1L0hjNFZYZ01IZnp0TnpsZ3dtTDR6L0VSSno0SmpuMURWOHE0WUxWTllCanQvUDZRZTRTcXdxbVgrSCtMazlnQXNOYVIrUWRqeWprSkhpMWc0ZXpvSmpETHhyWVVCR2xuKy9FWjdueFkrQTk1K2Y3V1hER3U4d0g1VlNGT1RyeXZHYUFnTVRCKytPYkJ3YVdFb3k0ZTZKYjJzcllpWkQrTnNNNHNDcWgvT0xSbUFjRzFzWHc1R2k5aEhVQUpyMWp2bHZ5QThrckFxZllVaW9JVUgwcmV3U1ErcWlSYmMzVElLcS9KNEJkYVc4SXlVbWlrNVI4U0ZwUFBTWkhpN24yd0JPUGh4cTlqV3ZaUHlTYlM1MGZ4bmN3RkVneGlSWVpCTUtVT3pxOU1NRFV1MjVJSEJNWUhYcEtIa0R1ZFMvTG9qN0xLVkdPdWpYcXhuZ1ZmS3k4TG1CazlGR0V4cW95OStWOGg0VytDb1lZY2NDcWxSUlJZQ0VOanIrdHZxaWZpNzFyb3VPR3NTQ2p4VkhXdnFJMUhXS3VISjFnQ0NqMFlRQ3lzckxlcnpsdjRIUStpTWkzdGRneWkweWxBcE9hUVdweEozb3NUUW1nMnQ4SlA2VGplRlEvZDg2d2hwck9ORFVYZk9NeWJ3OHQ5bUp6NXQzRlF4Mnp0RXNyWU9zL1NXTWsvVUJlenlvZVhRZnpROEswKzNMMkVlSXFRZVZMcFkvd3kyU1ZBN3BxaGlWbmdidUhBWGJ3aVNJUDFGSVRrZEhSSDhaWitjdTliK0xSOEFHdTd0Q1lYdjgzZmlUOHcrckVTQlV0cjFvR08rOVVPcVl4U1VmTm9mbXFVdTZhL0xOVFBSM04yVk5NS0l2T3hQSXBrZk85UDlEcTRENWNCRXZ2a29UUStQdUhONU9PbTRSYlJQSlIzVjZFYmQ1UlVmcDZaeXFLUkUwWkMvUlRuVi9WNGZnV1Vtd2FaajlaQmtpRG1tVEZ6Mld5eFgzYXloa2ttcWRGZC9zbzQxK3NaY2JSdU54clhxTWNIUmpUN3FXZkUrY2oySlVxRUJOVEtVSkoyV0xHbDBoQ3NySEZuK2o3RklPZWdLNXBBT0UwQ2pCeUtvVjhXYTR5TmtpVFYzU0N6TnRMQ1hXdUx4cGU4cERKcHJUZlN3QjZiWDUxM0ZTSVE0Z3Exb0tjWis5aGJBdVhMRnFkb3prS1JtcEMzU2o3M2lTSmRJYkNLbTVhMnhkSlgxbGtpNDByNG1YUFAzdHZjbVdGRTdLZHk3bHpGOWZHRjFKTlh6RDJHU25lYldvMjhzNTRFTCtGdkE4OUZ1TFVodStTemk4cSt4NzlPVjF1OXh1VUlJWm5JRXIxMEs3aFNVNVZiRHFybXQzV2hibWpwbERLdDE3SXIwVkVYa2E5NnFlYjdUWGtRNy85S3U0SzE5SDFjYUhyWjNXL0w5SElmYkMwWU9BQjcxK1RwTTg5Y3AyZ3c4cFBURzZqbGdvdFVvdHR5Rld6N1JPaHo4czV0WjRGLzhxcEFtaENjZ2YvZURaYSs2MUFTL2FQTXZkY0ppYWFIQkFTVWttekNpR1NYV0tDUE5ReFVvS0pkRkNBYWlrSHdERW9sOVd0WGErc00wYlh1WVRGTk9Za0JLRVdLVkI3RlRWQ0RhdWJJaUF4Z2UvbVhXa0dPUmlTbUZjN3k3QUxFYVAyb1dRc25IL0NSY3Z1cVlpTUV0QkxqeVpYN2ZSN29HeVpEOU94ekVPVG9iQWovcGJMVENHYUhxdHVNUitvUXlHZHRhd29tL1pJOE1NRWorbkZ4TzZYQ3dCR2hQOVl2OXREK0hPc0NyaEgzU0oyS2J0MXJmWXBscG9UQjVlVjFlZ2kzNlYrcHdBZTRRekRBS25tTk9UZzBLR2lGMGE3M0RTdHFNNi8xMytFMjFMdk44ZnoydEc3TkxQaXRjUkZMT3hxSlRTQm0xeVVaZC9NMXZlL0p2bWsvcDRZQmF6NkVGYUZLV3UrbHIwWUpVUTZpanZDSUphb2crUkprS01QdUhSemxRZjdHeXRqY01SY1BxaUV4bjE5ejdmUVJ4dUhHM1d4UEtqUXg3TXB2aVJmaGxwUCt0UFhzdlZoSG5zNzljbFk4aDBOVjRWd3NLT2VmRlJBbDN1WmpocUN4djZad3U3NFJPWDBxVmt4V1JVRllTMXNpQnNYTmlQcnBGQVdreitXdFhWMkp5RmQwMnN4MWZIQldUem01RUtIeUpuc01TNllzcm1kWWNra245akxEZjVUK0lQTzdIRWxIdWxRTm5yR0taSDBzck1UUVkwdllhd2FHOVBOc0hDYnRqNVN0V243L1piZHI0c0tPc1R3VXJ0Q2ViY3ZFOW5tMUE2YU9VTjRSdXM1dncvRk9XUExjRG1WQWhDZWVwaW9wOFZEWWNaUklPSjkyeEVTaVdnRHlQVmtGdWN3Ym5uaHQ4UWhjWVU4S1o2MG5ZZCtSK0VKZVFaaUp2K3RCbndZcWV4aXBUT3Q2dWtLZVlSWVFpOWQrMW9nZmV3UDRESk4weXoxZCtObVFaZ01zNWFHcDVUeGhYNmhXRUxmNk43a0FENUN5MFJ3dEZETVFXSkxrM2I0U3FUelBhS2RJQ1FZUnRzUHVvYW5xNS83L2szdzd6OFhkVGJnSnNVUVR4K0lZQVRCaFBveGZSQmFEc2ozZytwWDdJWTE0YUNackJNRVlVNjd1cTVTSVYzVFZhMGoxWlJNaFVmTkM0Z0dqQm5wdW54RTBlSTBZaEttZkhaak43a3JzUCtEaHdpTDVRT3oyVnYvTHB5bGdaQS9ZNWE2TjZmeGg5dEs4TVB5WFJGYUY0RUFJMW9TWE5lNS9jYm5ONEhERE1IM2F1ZC9tYWpic211NlhQcUFWc3IvOThRNEFkVnZKSW14ODNKZTl1M3ZhZFp1MlA0WGJiZHpVV2ZqTjVCRzI0T09sNTNJNW95Z3NCWlIyNWdINE1NR25MVmRQMis4QmhrRWRkd0w3TjJITWVwb1hNWHc3WVpScWQyTWpMRHk2YXdmYWJidWQ3OGJUQTFZSlJIRXJleCt0OFpLWXRSWmR6M1paQ0ZSOVg0T0dVbEtYRDFZQjBHZk0rN2RTNTBQZXRjMHZhOHQzQkcrcnhDc1phQkdSVDNJcmtwUFRHcnlQVEtTdEttbi9IeTc5ZXZBSWFiM2VwMUxyWVVMNVQ4bDNpQkF6ZHpUQlo4V1Q3SExQTTN6NnRqZnhjaG5oRlRyK2NKUm1FZUJmK0pTdVh5OVFzdmQ4TEtBVEdRbkxqTXZLdjNtZkxkNGdEZ2h2ZmdPaHlwS3pNbksyVlpRY1NlK0Y2RG4wNjlLVVEvSGJMMUtNZHlGcnlPa2Zka0hKNDBpNmpRZjhmN29GeWM5MEMxR2dWcE9xN0J2WHlBbTF2bUsydzI3dzNQUFN1aCszUmMzZmxLdForemMxcG5jK1hnYWtxaDR1WmpLQ0RxUmFPVzREQnlHckRXWnlwRksrc0x3OHlSOThmMytOT3ZWcTNvRWxjbTI0YXlqa2oxOHZ1S2FTVU54b3FsNW5KcUN6VUwzSWRqNk5MTkYrdmRac1RrdWtiZHRjaEFiVnBDc3lOdWVLMG1wQjNsSDU1SWNvU3M0SHBrM01xbzJXMlkwTWxKT3NUTVE1eVNRUU9WOHRUdUdpd3FXaFBMV1k2Y3Nkb3BFdTEya1dHL2lTQ1AvNDExUmhBUWt2TXJRWGRRVnJZeU9qeDBLU2Yyb2F6RjQ0TWRsN1k3YWdhWGVCM1lVck9aQ28zMVJuUXY1RFNFQzg1eGp1V0ozazl4Mk85dUhydDVORzlPWnNEQytoNkJHN3oza3oxR1BOdWZ0OTI4NzFIenFkU1l4REFHbUJ0YmFUejFYZnpaelN3bHcvL1ZXUy9QbGIzY0xUYkM3MmFnakwwM28wcFppVkFyaGk0SkRBbU9MK2N0a1hHNDl3ZkVSSHArZGhSYUowV2tkbDZYYUs3djFiSW9sbEZ2UDFlYlFsTkRTc3hPWUl1aHRwa2tpeHFDdnRqVTBQRElMNXFJYld2Zk41bWF3T3FmMmRHaUxkUExqamt0Y2RyQk9tcXdMRmFDemtqM3RUNXBuZWdqTWUwbXc1VDNHcGVZczVFbWNUdStuTWZxcDN2WUZNMXJTL3NYOFYrOExPRys1OFdoVUpKbDBqVytYTS9jWk05eE9HSmZxV1QrbTJ2djQrTzcyUmdqT3RydGNUam16M0lwb3JDN0tQUjBlQ2U1R3haaWZlTWdIUkNjU1ZYamQyOVEwOXpFaCtsVFRHQ0xUSVhWZFBIWitqQlVZcCtWZ2piSHcyaXJMODN6amZLaE5aU2oxMktyZ1JDZHhaTlYwbXIzb21hS2ducEw5UE1hcDB5Tks0ck1WWmlRR1I1SU9iMVdNVGp1ZlNjZzNxMkt4cU54enlSNlZUdjVnQWg3Zy9Qa3p6VlVQRjcrMzA2MGowbURiNEt5Q3NhV1hPdEh6aFROaktBM1p1a2hMQnpJTEcvdjE2dW81N0x5S09paU1pbFVUWlQ3Wk9OVDRjbTZGaGFSOHBXN1krT3d5Z2hBZkxndSszdHlERmU0MEpVWWpuMHB5cXBlNkF0OWJMK0w4bUV0eUFtTTJ1RFM0NHRyMjZoWW5rUHFuM0UrKzU2Tk9xKzkzVDQxWm1POUhkbU1mTHF6Ynp6R2R0dU5sTUkzYm13Uk9WTjZEOEh1NWRjakpxcHhWOW5lN050eHlLRnd1NWhLcklnZ3o5bmxoMWNkRk9mdTcyYWJ4cHFlZWxtVWVIY2x5ZXN1ckUwOGR2c2NueEYzRWtZOW9UK0RLUC9aRXNjWm95N2J6REprdEszNTh2UEtZYyt3dHV4YXAzV1pNTEpTTjdQUUlYdWJVZVlXTjVGWW8yOWcwRUJyYkVoUFZxU2d0aG9uSmNmTndlSWkzSHFudDhQWTZHYk5PTDNFMVVZMElSdTMvRlVNdGRzcG9kVEUxR09tNEhZUUNRbVg3cm5OY1BjQXNkdFNoNUM0ci9WcXlGYU5ubHBHU0swdFVmQ084cnVDbWovY2xFNlpoZG81ZTVCWUo3Sm5tOURoT1Z4akVQajlIN1BLNmdvckIvWkNmMGZhNEh5Vzl1VmVibFBoSy8wN0NlRUhicW43WnUzVXNKUmY3UHJwUWRhQmd1dnh5UjJTTm91ang2TVBoQkw0WmpDRTNCb3huNG50ZmRqM0VVSWNoVzgvYWV0ejBpZlV6cm0xdkx6NWMvSnBDOTlEWGx1N3B4L2NKVEExaXc5WlIrc2tYMitmQmZMMGZGVjViVFFYL3JXeTlPU3hwd2VpR3daRXJxeElkTlFLMXBVV1hHSjhJdXViT0pBT1hJUFBqc1puWmtqR3gwV2dvZExrTDlZWDJaUFpBY2ZoQS9idjc1cTAxdDRKcDN1Vm1rcE5WRjdleXA0bVU5M1YzNS9OSjFrUEF5bTdKVmwrcGx2UDYrNllmejhEN25iVzM4NVp6R0c4VHpNOXlVRXZ2eDBEd1BhL1hlTjh6dnU4d3ZqZk8vNU5UVk9zaUQvSHc5Q2U0MHc5Wjk3SnN2NWRuYS9Dd21DTGZtSmFsYzVhTXVDSVpZVzBjdWUzdC8rLy9JZHhWTHYrZjVleC83VHVmRzYyMGpiZVphRHZnNDVBUWtSR3VFTlQxL1Q5UVN3RUNGQU1VQUFBQUNBRGRpUjVadnRGN0c2MEJBQUE0QkFBQURBQUpBQUFBQUFBQUFBQUF0b0VBQUFBQVpHOWpkVzFsYm5RdWVHMXNWVlFGQUFlVGpkRm1VRXNCQWhRREZBQUFBQWdBYVpuOVdOdXVlZ25vRHdBQU5CSUFBQWdBQ1FBQUFBQUFBQUFBQUxhQjF3RUFBRzF0TG1KcmFYZHBWVlFGQUFmWGVLZG1VRXNCQWhRREZBQUFBQWdBM1lrZVdSY05TdmdJQkFBQTR3VUFBQThBQ1FBQUFBQUFBQUFBQUxhQjVSRUFBRzF0Y0dGblpTOXdZV2RsTG1KcGJsVlVCUUFIazQzUlpsQkxBUUlVQXhRQUFBQUlBTjJKSGxrcnR5QjRud29BQUZBM0FBQU5BQWtBQUFBQUFBQUFBQUMyZ1JvV0FBQndZV2RsTDNCaFoyVXVlRzFzVlZRRkFBZVRqZEZtVUVzQkFoUURGQUFBQUFnQTNZa2VXZGRxakdqa0FRQUFOQVlBQUJVQUNRQUFBQUFBQUFBQUFMYUI1Q0FBQUhKbGJITXZjR0ZuWlY5bWIzSnRZWFJ6TG5odGJGVlVCUUFIazQzUlpsQkxBUUlVQXhRQUFBQUlBTjJKSGxrazhOdjRPZ0FBQURvQUFBQVNBQWtBQUFBQUFBQUFBQUMyZ2ZzaUFBQnlaV3h6TDNCaFoyVmZjbVZzY3k1NGJXeFZWQVVBQjVPTjBXWlFTd0VDRkFNVUFBQUFDQURkaVI1Wm9DNXZ4U2NFQUFEWU93QUFDUUFKQUFBQUFBQUFBQUFBdG9GbEl3QUFkR2hsYldVdWVHMXNWVlFGQUFlVGpkRm1VRXNCQWhRREZBQUFBQWdBM1lrZVdjMEpUd0xXTVFBQUtUSUFBQTBBQ1FBQUFBQUFBQUFBQUxhQnN5Y0FBSFJvZFcxaWJtRnBiQzV3Ym1kVlZBVUFCNU9OMFdaUVN3VUdBQUFBQUFnQUNBQWxBZ0FBdEZrQUFBQUEiLAoJIkZpbGVOYW1lIiA6ICLlr7zlm74xKDQpLmVtbXgiCn0K"/>
    </extobj>
    <extobj name="F360BE8B-6686-4F3D-AEAF-501FE73E4058-5">
      <extobjdata type="F360BE8B-6686-4F3D-AEAF-501FE73E4058" data="ewoJIkZpbGVDb250ZW50IiA6ICJVRXNEQkJRQUFBQUlBS3lNSGxsK2ZiNmxxQUVBQU9zREFBQU1BQUFBWkc5amRXMWxiblF1ZUcxc2haTmRUNlF3R0lYdk45bi9RSHJQeVBlZ2dUVWo0MWN5cmtiOHVHN29DOU5NYVUwcHJzYjQzMjF4TXpoMWlGd1FPTS9obEp5M3pZNWZXdVk4Zyt5bzREbnlaeDV5Z0ZlQ1VON2txRmUxbTZMalA3OS9aVXRSOVMxdzVlaUg4NTZTSEwzTmNaUUU1REIxUTRqQWpVSmZtK002Y1VtSWE2Z080d0FIK0IwNTEyV09IaWxIenNOMmxXRG16UktrWXgxOW1laEM4Sm8yLzRWQkxBWHJsWFk3RHptS1BSOGRXUEFLZHh2RHZGMXkvMFN3Z2h2Y3dGL2NnakdjTFZibHFmWDVXdnc3bDVRWWZIZDd2NGZlOWd6a05EWUZBS01jcGkzbUYwNGs0TTEreTdWc0ZyMFNLL3dxZXJYZjByWS9PMWFpMmhTZkpYM0hsdzBYRXBaUUYxeVY2cFZOMWJIMW5RbXVKanluRENvbGFZVlpJVVhYYmVQRytyTURlNDVacWZSV29xemI2ZVpUYzI2d1d1Y29tQ2RXZFRzNCtwSnVoV1dMU3RIbllkS1huTUNMOVRORzc0dzI3cHhzK1VRSFpSYVBXbGxKQVA1SWlWb2JGc1NKWjhNTG9NMTY2TVdQb3E5TE1LeHFJVnREQ0hTYmtSUjY3Z3JJVXQrR1VDK0lYRThmRTgveDUwZEJldVNubGxjTWU4MzN3M1NzSTd2U2g3Q21VekdoVG9xK21hMmNZU2JEc2RVdkgxQkxBd1FVQUFBQUNBQ3NqQjVaeEZPWmh2WVJBQURNRHdFQUR3QUFBSEJoWjJWekwzQmhaMlV4TG5odGJPMWRXM1BieGhWKzcwei9BNGVaNmRpdFJlSk9ja3FuUTEydGppU3pGbTFMZllNb1NFSk1FaXdJT1ZhZlpDZHA3Q1MrVEtNa2JXb244VXlhZURwVE8yM2ljUjNIem8rSlNjcFArUXZkQ3dBQzRJSUVTRkFDcFhVZVF1Q2MzYk43ZHJGN3p2bjJyUEsvdTFLdEpDNHJla1BWYXFlVGJJcEpKcFJhV1Z0WGE1dW5rK2RMc3hQWjVPOWUvK1V2OGtWNVUwbk1Ud01XQnJDVWR1cks2U1I4bDB3c3lWWHcrOVg5eHhOc012RkhUYXNDbm1UaWZFMDFUaWVyMVdTaXFDdEZ1YTdvNERXZkJGVWx3RDlVWFZIWDZnM3pCWHA1VVYwM3RoSVhBQ1BMY1NtUlM2YWQxRE9LdXJsbFFISW14NmN5RE9zbVE0RjJCUnpMZEZNN0ZYQzVqSnNNbXpPcEsvS2wzazJ3MmZxMHBhanBoaTZyaUdHMnNMQTg0eVlYdGcxdFdmMnpBc21sYytkbmZJUXNLQnVvQnNhSFh0THF2Y2puckNaNkcyY3hUR3FHb1ZVSkhNdGxYYXRVVmxEbEtaR1JSQko1MVNSbmVWYndhSE5PVjljbmxVMjF0a0pvbjAxY0pSRFA2cHZUcXE2VURUQWIzUTNMcDcxVEpyOGc3MmpiaHJQNDc3ZXI5VVZ0WFNIMENaS1dqWjJLUXBDS2FPWjRTRzdTMG5aMWJVRzVyRlFJeGFyVlJma05UVWNUcXB1azFqREpPeE5CRnk4bytyVGFNRWdGQWZXTTFvZGFhRFFnTWV2NVBPckxaUmwzVDJTOEpQQU5sa0dkcGxhWlZCY0RrR2hyam5FbzNhVmpLSDlXVlNycmtMc2k3eVNXdDdRM2kxdWFvVm5UUExHRUpyYjlpSWhGclFFclRhQnZDeWdFOUNxQlB5Q2dic1prV2xCcmlzVllVcTRZUUVlR0NqcGtWZVZSQTJvR2ttOStRbmh0c2xhajV0Y2ZOdS9jeEUvblR5ZmgvNUtKMllxOGlldFhqWXBDcUJoVmZrR3ViQ00xZ0RYc2RISzVkTTZsS3NReXE5V014S3hjVlNzN3A1T0xLdmdjR2hyNFZGZGwwS3RrQWlzQURIdGlTcXRvWU5sN1RVRC8zQ3BQVzUwSTFESE83dGlYMyszZjM3TTdobm95MWoyVDdBM2tyUWV2UG5sZzkyeGFxY3U2VVZWcXhoaDJ6NXo5c0g4WnEzOHpWVm10Mk4wem44YTVaMWw3VGo3NTU4dm5kOXQ3ai9jZjNiTTdlQkY4MWJXNFQ4M09DM05GOHk1MERYc2xuRlVybFZsTnI4cUdhZndzd2U3WjVNbTVXVjJybHJhVXFtZnp5UmQxdFdZc0s4WjJQVEdyZ2cxM2VVdFJERnVScHIzRWRKWkhhTHJZeXlNMFZCeW1GTFFJRm1VZGJKNjRyMmlMZDc0QUpvSHpFZS93ampkMnE4QzZEbXcrcDI3UUczTkU5OS82b1BYM1IvYWFPbCs3ckRiVXRjN3dKUmEwOGlYckswWWR0QjRLWU91KzNPR2JsTXVYTm5WdHU3WnVNU3pYNURySjZuR0tiLzduR3JRbHpZWFBUN3ExeFpERTR5ZW5kSk9iSUI1dGNoMWw1UEVnUXVGOFozSGEvYlM5OThDMUNTRTJOTm5RWnN5N3U0T29NeHNid0pTQlpGNGlrT0UyaDRnRTJwUldxNEd5dUhKUmNEUVdrYTJueGNWT2F3VTRJV1MxdGdhL1U4WnErUVhWa0N1cXNkT2o3Vjd6emROMmdlblJkaUp4ZVF2WSt4NXFQbTIyMVhyR1RQaGJRci9ONlFaczZRUWFFSHZYZ3l1Q0FUYURCR2h1U2RHcmFrMEdpckZYbng5Mm0xKy8zN3IrY2Z2Wmg2MTduN3Y3cWN1MXhnYjRhcjJMU2NmTVo1anVwY1poM2ZQZDFFSnRrMlJGSXRwYzBUUjZCU1pIcHE1aXUwN3Nwb0paYlpVVzRWQWk2enFaV1BTYXNnN21WVHkzSUp1RG5TTXNuaFcxVGpER2JSckpGaytUdEpkSHh2QzBiTWhkTFZMWDV0ZFIxd2tpd05yb1F3ZGZINkhHL0ZSUkE1OTF3MXNSZm0yT2ZORmc3U1VLenlQR3U3R2dRajRkUjdUQUdreGowWDBheE5tclZ0OEc5UjNqVHZzSWd4YXNPVHh1RGgrZ09XZ0xPb2QwMmFjMTBXbEx3TTBUb3RVVytHWTdIUW5VTnV1VmF6K0VucDk3aTNTODltMG5WczRzc0ZEbWwwN2dkU1ROblVMTFRabzdHV3FNRWEzUWd6YnBOemU2Mm1pOWNuVndVVzJVdlVYUHJyMEJWbjA0R21pWjhueXBuaEo0Q1RlTm9qOXNxK1ZMaTNJRGJNdzhrK2t5OExyTXAyV3RvcTRUeDl2ZWwxN2IyR0NZTlVZa2RiRlRYL2M2VkZPSUZKdDZVU0ZIUmx4TVV6SUtyZ0R6MWZCbktzcUdvZWcxY3hFaUR4SU1kUlIwWFhzVGNUR1dxZHE5U2lMMm1kcDZjR2JVVmFDSWZpcnRVaXZZWkxNQ1hCVnNPd0I4WVVEWWxyd082c25CYjAzWmdEWTBLNHBsaVN3OGJVbnZHaHZmRWNoam84Si9kR0FEUU45aElJSThzMzBxeUtjZFU5RmxBQUF6cGVzVFJyYUxLMXhRQXI5bXJoaEtiZDBTVFdxZG56VmhNOWhXaGNTYnF3QjZNMkYrZktrVjhoeEJaVjAyUjYvMXl5N1J3dzZ4ZWVZQ1d4U3VJajFXSk1Uak1GVjROcFhCZllWcVRaWFlGT3J6cjZHa1B1WDdTU2xkTWJEcjJjc3ZSSnhFVTZWVEQyallaQVg0RElrTGhZcTZDVHloS2FVR3Zsc2NhTUtUQnE5Y2JFWmdnRnRia3RlV0RRMzRDVm5pUkVDVk9qOG4vTSsvSTFOYnNpNlhnY1RFL0FyNnFnTzRzU2hXaVdhQjVkRDJrMUlFUWpaMXViNWxTVm11d3kvUjNOck5uc010dDdZK3Erb05BL0dBQitoVVdyL1BZYmNURlpiTHlxUUNkS3AwbmdzYkJyVExlNHdaOWpVYkNWeXBZTHFvZUkrSEdoVXNwOVJ2VVNNb2pCMlJ3dURvKzlBUXZWNVBGTEVtcDFaODFnUVh2MUZIakd6eTlmM0hUOXJYbnY2MGU3WDk3RHIrOFdwM3IvbmliZkI3LzlHejV1MlA4Mm1qM2t0MHV1NUhCbk9kM0d4TVFQTzhhOW4wRk1FdlhNYkFuS0pWRlVOWGxhN1YwcVRza0VRdWFXajc4VGRSbGxCY3R3ZkRWRVZyS09zOTl1SWxEUWFlZW9xQVBuMlBHaGExeTBwSjgxT24yMm9Mc2xJSE1USVJZOXBYTXRxNSs3UnBnRDBrZU10ODVlZG5Lc0FkYkNnRnZWelN1SkUwTUlEL1lCY29oQjZkeWJBaXBtQ0JYSThsYlJveVRMQlpuL21YN3FleElJTWRmZ0l5aU4ydlRWR01iL2cyeFhGa0owWTF0UGswWVdXMFgzWVdVdE0ySllXOXpDQWZIQ3dyK01VVGdsOHVObXl3T2wrNXdpWmFqUnc0NmNDeE1ESUZWVjQ0WHpvN09UTTN2MVJjS3AxQTVKSzhlUXI0SCtCLzNZNXF2Z1BaY2dKcmpscklLZ0NocXdVelM5T0JDMlBwVWlaVVllRGJFM1FTSURLSVB6RFk1Z21zdkY1eFFrNDBWUUtiaWZsWGUwWU9JZS9jK2NLNTZSTU1vYk91TUNKa3hYMWMrUTFzemttaWJlMElMb3BDaWhNZHhWWmhzVldmWWc1VFBrelFrZVdRMlI4NDZ0anBMd3JFRS9yc0NFUDJaN2FHSEcvN2tCOTlWOEN2VGEyZ29TVk9JRklCamxUQUovWUo0eDh1TnA4QVNDN1hQLzdoZ284NkdoNlA0RVYzVk54U2NZZFo2TU04ZVBBaUIvOXpCeTlnd0JYQlFLd1Z1bUFJZ1gxVTFWakVMWVkxeDMyTjZjRG11TCsxUFhwenZNZU8zU3RXT3B5OTNVOG8xeXNPMWxWM1VPc0F2YmJCUG56YUJzemdDdnBobjVQWXJBRTNISjVTNnVDWTJOdnRMTG85ekF3WHVzWVJESXlpcnBXVlJzTXlMbHFQcjdZZnZCOHRrQ1lTVUtFb2dMUWNvZDVCZ1RRdUUxOFlMUTR3V1gvOVVKQXNhbDJOQmlJVGhVZ2dzdUVScEpuTENtSDZvcmZUdW5XOHRkdlJCUnVxdCtBQmdGRmdEK2ZXUEtoSnhqSThCQnMwMmRnb2wwWEN1UUdLV2RsZHBaaFZEOXZ2a0RDcklHc2JLdUhhMUdPQlZQVmRiTzBpSHROZ1lOU0t5N2dLWTVYMExuM3dhQllUSHNreWZhdElrU3dManVsWDl4SENyMGFFTEFIRy9ZZmZOSjkvMUx4M3AvWEZ1ODNiNyswL3VkZis2bG56blcvYjN6NmptSkxKRUE5TUtmQjZHc1FpUTR6RCtiZmgyaE1lV0lqQXhUNFVvWUUwUDFRTFJqQVRob281aEVNa3N2RkhKSGlPUFRROGdwZVlWSTdsWTRoSjhEblFNQzRYRjFpQ0Y0Q2lSR25VdUVRT0NoRmlpRXdRZ1FacktwRUtaQ2d5UVpFSkJ5RWUzaWxGSmdheFlFYUtUUEJrcDJyY2tJa013ZENZaG1uTHFsYXprMzJ1ZjlsOCtHbkVPVDVzS3BzaDdFQVJ3Qk44VGtwbG8wejFFVk01UGhUdUhnK1k0b0tzcXpMQkJqVGZXeEd0S3dZT2FKMng4QXJTckxaVFJjM05jcVowb2JCdzRsZC8ydGFNMytKQnhiOVBlWUl6YkVxVU9KR3dZNmZOVnJpNlFXanhBZWNrQlJ0cWlyaU1SR0VqeWt6Q0t3MkZYZ2JLQTlxZ2VVQVVVekdySGhOTVJjcWFhd1A4RVJSVkVTU3JrSERZd0Vxd05kVXU1MHdMRW9aQlYzaUtybEIwSmFDYWdtVUhCVlhUNkhLQ1duOTcxTHp6Vlh2djhhdDNiNzk4ZnV2bkh6Nm5nSTNKRUEvQUp2ajZHTlNZUTh3SGlkb0VYNitIaERSQzZ1cFFnSjI0S2lQd3hCaytmSU9zSWZ2V08rZGxlaUVRSUpaMElVdkVDSkE0TEFLRUF5MURnRUFpT3d3STVCWS9VZ3hJQ2dVQ01TT0JmN0lEd0Q4ZEZZVkRmL2d3QVRJbWhzQVBFY2V4cGcraEFNdFE0SWNDUHc3Q1dMdlEzSkF1dEFudDQyK3ZOTE5TdWpnL1hUcHp3dlFOVDVLdjFFRlZPTEx6TXA0Nnpzek16NTBwQmFra2xJZk45MkVLY2EwR3k2U0d1VldENVQzRnFROGQzRGxNVEY0NmhuZHVqTzdNSXZCOGo1eXJTMkZzTnluSWhSYVJIditMSzR3TjE1UFlYRjg1Y05hZEtCMGtyRTBUNzNwandUVHhqaWJlUlhBM3BXa0cwNXNwWFJYVG15a3BJajArN3ZTd2lIU0dIL2hleXJoayt3VzhsMUlheW9HTzFiV1VBN2pKOUVwS3V4SDBTa3AwSmVXUGU4MS9mSVl2cG15KzgwNTc3L0dSODhuSEczNDJyYlBBbCsyTlBtTXc5RjRSUlQ1ZDhQc0pCMnRlOEZ6eFFzaFJtUXhYZlN6dW5Rdzc2VVovNjJUWUZzVnJQTWZydGtsMkRHNmJGSGd1bGNsbUR5Mi9VOGk1NWNjbnY3TnpFT0N3VXpzRnFhT2owYVYyZWc0Q2pDbTRUKyticE9DK2t6RFcwWWpqQk80SHdmYjVBT0VGQ3U5N0s2VHcvbGpEKzgwN1h4MjVVQUtGOTkya0NJNWpTejc5R1RONG4zUi83cGhucVl0Y05wWGhhSm82VFZQdjZnVk5VNmRwNmpSTm5hYXAwME1CY1hiRGFabzZUVk1mTHgvOE9IamM0NXltM256eTMvMFAzMjQ5dTkvNjVqdWFxZDVoaU1kUkFacXBIcnhaTkZOOWNHV01YYVk2NlFyQm1HV3FXOEdXdzBwVjk4cW51ZXF1TWwwNk9sN0o2bVI0MnBwQXBBSVN4Yk1wbnUwZ2pMVWpmWnp3Ykpxc2p1c1pjMCthb3Rra09rMVdwMmcyVFZidmoyWkxSejlaUFhKMG0yYXI5NGFFYWJZNnpWYW4yZW8wVzUwQzB4U1lwdG5xTkZzOXdIZEVzOVh0UnRCc2RZaENOMi9jYkw3WWJUKzczcjcydEhYcnI2MXZ2anR5VHZsNFE5QTBXeDJSYUxhNnhVQ3oxY2R2UE1jclc1MGozYXdZczJ4MVVSSlNrc1FQZys0UGxhMHVzVUIrREhQVmhaeDV3aVVlQ2V0aU5wZVNlRzdFQ2V1Y2tNcEoyZXhSUVBsekZPV25LTCtETU5aUmllT0U4Z2NCK1RtUlpxMVRuRCtXY1F5YXRlNmlVSncvNnFoQlA2SGkwY2hhenhGY3A2S3VsWlZHdzlvbFc0K3Z0aCs4SHkya255T1l1eEVrckVzU2srcEdVd1lHOU8xTU5ncm9lMmtCOVVNQi9haDFOUnBBSDN5UE5LczdOSGdPdkJKdXpZUHlaaXhYU3JCQjNvMk5jbG5zZHVNb3h0N3BLc1hZby9kbWg4WFlBK2Z0dWJiMVdHRHJmUmRidTRqSE5CalloUlVrNnNBTzZNQWVCM2QxUEZPK1h6Ny9zYjMzWUxhaTdheTNIMzdTK3Zham4zYXZ2dnpmalZmdjNteSsrRmY3MXFOWFYyODJiLzJsZFdPM2RmZkcvbnZYMnRlZS92ekRCL3NQNzBQbXU3dnR6Lys5LytSUjg4WGJSODZkSG0rRVBsdytkb0FsL1VEend3OGxEL3RRaEFiUy9GQXRHTUZNR0NyNkVRNzFIZjBkNVpLWlQxMWNLcTJjQUxzUjJGWlRDMmVuSUhScS8wWG1ZdUdjNjluMGlsSXIvS211ZDZ2OFNVTDgzdjNYeWkyQnF5TVVhQ1BLWXAvK01heGJISGp1RXVkNDV5OE93d21NMkx0M1E0c2JHTE9lWU1ObHBFK0FMWGtVbUxYSUQvQUgxQmtMZlFtSFdFOWt3OFRDSm5JUURJb0ZZczMwL1p2bzFyUWpGQUR6aHlMV0ZMSHVFT0xoNDFPRVp4RDdheWk3azhzZWh0WFhWeXJhV2tZZ0dHMXgwWXFPRTZwRk1CQ0ZHQmlJa3NkZWt3ajJtaFRjUUJTNWJCOERNUktCMUVBMENZTWJpTHg1Q1dRY0RFUkpPZ2dEa1pYWVdGcUl4SXVJckhsSExVUW5FN1VRcVlYWXBXZHFJWWFXT21JTEVlNHRoMlFoaGhRZGJ3dVJQNERFa1dHdmhjUkhtZzdyVWtpM2RIb2xwS3VNUjBOSC8wSklsMWxGelB5d0pnOGhWWVNqcVNMVXJISVNxRmwxVE0ycTQzR0ZHa2M2V24zRXJsQ0wrTHcxdlVDdDkzbHJlb0VhdlVDTlhxQVd3UVZxWXRlZjVxUDNwOUd6M1lkaGZ0TDcwK2o5YWZUK3RLTjlrRHRPOTZlMXZuamF1dmtRbjlHR2pzWm5kMS9kLzc3NS9lMzlIKy9zMy8rQW50UTJHZUp4VXB2ZXBZWkk5QzQxaTRIZXBUWis0emxlZDZueHBEOWpmOENIcHJpYys1UVBlTzQ2NWVONDEvZlFWQWVpOFQxWUZJMUllbXpLSkF4K2JFb1FSWE9zWW5Cd1N1QzVWSGIwQjZjNExwT0t5V1Z3VEYvQXpwcDU5T0NVazRraWZQRU5zVkNFcjdmNU5nSTNJYTRIcDhEdU1nckJRUTVPaFJSOTJLaW1XU1ZKVEdKVzE2cUlHWVkzb01jRm5vSFpBVmNNRGo5aEd4RUdWbXcrdUtwb21BdkdkVFdUSlIxT1FNNjNmbmJRK3JNQk81Q0pSSUIvQndaVkVNc0c2d0NNUkVVZ3dMOERneXFJRFRpRjJJRTFGSEFLRGR5QlRNQU9TSkVJOE8zQXdBcUNGMmdINmtBdUVnRWo2RUN3RVhaK0FtaGhzU1JBRERxa2tCNHJCVHVVRkNGWVY2VG9oSXlxSzN6QWFjVU5PcTM0Z05OcTRQcTVRUFU3MnorQWxyZ0l4d0k1NnRiR25VOFg1VTI0by84ZlVFc0RCQlFBQUFBSUFLeU1IbGtrOE52NE9nQUFBRG9BQUFBT0FBQUFjbVZzY3k5ZmNtVnNjeTU0Yld5enNhL0l6VkVvU3kwcXpzelBzMVV5MUROUVVrak5TODVQeWN4THQxVXFMVW5UdFZDeXQrUGxzZ2xLelVrc0Fhb3B6c2dzS05ZSGlnQUFVRXNEQkJRQUFBQUlBS3lNSGxrazhOdjRPZ0FBQURvQUFBQVRBQUFBY21Wc2N5OXdZV2RsTVY5eVpXeHpMbmh0YkxPeHI4ak5VU2hMTFNyT3pNK3pWVExVTTFCU1NNMUx6ay9KekV1M1ZTb3RTZE8xVUxLMzQrV3lDVXJOU1N3QnFpbk95Q3dvMWdlS0FBQlFTd01FRkFBQUFBZ0FySXdlV1hHMUpLaTFBd0FBWXg4QUFBa0FBQUIwYUdWdFpTNTRiV3p0V1V0djAwQVF2aVB4SDFiYmM1czRqdTFZaXFuYTBvaEtEU3BOeE9ObzdIVmkxYkVqeDZVdEp5NzhBQ1RVQTl3UUJ5NFVEdHdRL0p0UytpK1lmVGlKNDRkUzZCdnZYdXp4N016c2ZET3o5cmk1dkQvdzBBc1NqdHpBTjdDMFZNV0krRlpndTM3UHdMdVJzOWpBeS9mdTNtbDIrMlJBUm5DRllQQTd0SEhmd0xLSzBVTnpRQXg4K3VyZHlkdFBXTEJNMk5ZQ0x3Z1piME9PZVg4ZGZqMzljSWhScDIvYXdaNkJGMnBTbFkzcDVVd0VXOTJ4bUw0Vnl5SitWQWQyQjRaR05CMExXbzNSNnFwbU95U215WndtS1lxbHhqU1YwUnEyVlhXY21OYmc4b2h1UzFwTVU0UU95MUxrbUNaeGVjVFdMQ1dtYVl5bTZib0U4aXJ6MnA2MGs5dGVyY3E2YnMvWW50Q2xadXk3TWEwL1lYdHkzNUpZcXpaVU9XbTcyT08wN2MzS0JMY1VtdXZnS1N1YWdkNG5lNGc5bFZMNEFjSkQwZ3JDZ1JtaFI3dXV0ZE0yUnpzR1hreHhNdTZXNjNtQ3VYc3dCTW1kd0hQdExOYUpnOUZqc1JFNk1KcllEdUdjd29UdmI2SW02L0dtNjVQY3AyT09KOFR0OVNPcVhGcFNZV2ladXNic2ErYVE4clk4TXlwbTNES2ppSVErODNDMi9ZeDFsZlJjZnlVTWd6M0dDV25iY1YrQ3crcjVTOVo5KzJ3TG1DUEFWZk5nd1Jad1BMYUpBNGpvYkdDQmpzb21UM2dRcFZTVFFDbjVSbFJpS3pLUkxNU3F5WU8xR0V0ZWdsQTdvSFpWY3dLbVFGQ3pNaFhpVnhEOVdkNG1iTTY2R0hWZFA0SXFuTGZKYzg2S01oOFM5U2xHcUF6N1dUVzNLdXpsTXV6UEdTRW1za3lITTd3RGxlVWRYWEdjeXpVNng2ODdldm02YzVGMTN5WjA1bFFWOVhMcWZtMUpwcVBNaWdLY0ZJM09jVlpvWlZaY1pGYlVOVHJIM203TTVlM3ltTGpNaFBncmlKak1HNTBRcmNDUFpydExNOTdpL3BGME9yTzEzeVMrb3ZleWM5UUx5WnZoV2RITzQyQmxkR2Q5SCtpaVE2dlVrOTNjazZQUHh4Ky9vWFJiYjd5TXR6ZHZVYWtvT01JVHBhSSt4NEovS2hXMEc1N0VPMUVjYXZFTFRzRWVyMytWeUkramNSZGFNS1FpdDB2MlJSODZqdG5qbjBlL2YzdzVmZi82OVBzYmNOMks1L1o4QTY4UkgrSUJ2R1UrNzBUQlVKUlpXTXhONG9keHpvOEg0WC94YnlMZDRPK2JvV21CZENSQVdZaTcwQnRQcDBKS2dxdVdPWEM5QXdPM1hTc01Sb0VUb1dmbUErS21aVzZCeUY1b0R2dW9NNlFJMGVXd1htd0dvbTdEdDdkcHpqQUZRZy9RV200NGl1S2JUZUpFV1lnMDIyWUlZVDlDUWdLSTQ2eHdzUnBFVVRCZ2wxM3FwdlFSeUFvM0IycHpsQmswRXdZRWlkcGo1bEFheDJkMjcrelIyRVh6Zk9EbUFNSGpaYUs4TkswMDdWcVpKczFyV3VZM3dmL3F0V3RoMnZTalpOVVRKeFE5U2dSVlVPQk9YTkVmNW44QVVFc0RCQlFBQUFBSUFLeU1IbGxTd3N3LzFSTUFBS2NWQUFBT0FBQUFkR2gxYldKdVlXbHNMbXB3WldlbGwzZFVVOW0reHc5TmtDb2dvS0J3VVFGQmtSRU5vR0l5TmhoUW1qUUpKUUlpVFNhZ01FUU1PWU1NaEo2ckNDZ29VWG9MU0hjZ0VDR1VRUWFSR2tBRmtvd2dUYzZ4eERPUWN1TjliOTMzejcxdnZmdnVQdXYzeDE1N243M1c1OWYyZDR1bVJQUEFObnNiT3h0QVFrSUMrS3Y0QTBTdmdUUGZadi9SK0hiSWYzcUdoT2c1b0NvSGhBRzVVaEo3QUVsVkNTbFZDVkVQb0FjQUVqTC90UUg0N3lFaEtTVXRzMFZXYnF1OGduaEQ4elpBVWtKS1NsSmFTa1pHV2xxOEdpOWVCNlJWWmRUMEQ1L2FvdTdpTDdzbmFydDV3cDBuY250UDEzZHBYQnlCOWgwSnVINTdxN3ltMW82ZDJnYUdSdnVOVFk2aUxDeXRqaDAvYy9hY2plMFBkdmF1YnU0ZW5wZThzSUZYZ3E0R2g0U0czWWlPK1NtV2NETXU4WmVrWkhKS2F0cmQ3SHM1dVhuM0grUVhGWmVVbHBWWFZGWTFORFkxdDdRKys3V3RtOW5UMjlmLzI4Q0wwYkh4aVVuVzFQUU1tOFA5NDkzQzR2dWxaZmpqcDg5ZmVGK1JQemUrY1VrQVV2OUEvNmRjcW1JdVNXbHBLV25aYjF3U2tySGZOcWhLeStnZjNxSjJ5a1hXUDBwOWozbUMzUGJUZDU3VWQyM2RlK1FpcEJGd2ZVUmVjOTlSdGdIOERlM3ZaUDgzc052L0w3Si9nUDBQMXd5Z0tDVWhEcDZVS29BQmhNTDlSV25BdjJ1UVdUcllITHZhQ2trNXQ0eWlUd2hIUWFCejYzSnJpMExWOUJKVlUzaVllQUxCVi9ndTRhTmJqQ3U5dlFpRFBYR28zM2xLY1lOWFcrK2M1YTFGRC82NHoveXZPVy80UnhBR1ZNQjFUREJMRXlvVG5aRllPTGo3RmU1TnFDdVN4NlptMGxIY0ljbmRGMS9wdDQwRlRSSk5LNWZib21ONTNXY3ROZkhYRCtrckovL0FpaHlHTVZBSzBYR0N0SmQ0QmZHR1AzRm1jNkJCM2ozTWpnK0JncUl2bFBRMk1qTkNjMkhGWTRJV0NPVmx4ZGp4WGJrbmR4SHluRzkvN2ZvVUVrZnB0dnJjV01hM0ZnRkp4MFNBWExNSVNLakZkZWUzSmw2WVhkcmN1elRYQkdaaTVrdDE5ZXRGd0cyUWo0TVdVZ1dwZUd0Y0U2YlhTWStQR2lQZWhLcmRrRlBzNHZnaUFwYkZNVW9ncVJHcTJjRmt1a3N0a3RnN3VjQ2FUL2NpekhYN0hXQ01ScUFOVnpwVnh0ZUltR0JZKzJQL3dNMEpvNGRuREpLOUtZdjNZR2hqZGZsVlpLZnY2VXpzRjZQYnYreDY3Lzl3eFNiejRMa0wzakZYU2xmZkQvVDJDQyt4OFNWMHBJQVNFdW5KUC9QN0p6UGVHL2NIa1UzMWx6S1lFdFlrdFRLSnhkaitRUE1md0ZZWDVzWHl1M1JIZjR2T3VwK1pWM2NjRzFUM0tGa2FxeFBjZDhFcGlvQnVocGdqVndTTXpBaVpHS1JPaGNJUUhObkFzSEVpb09zOCtINE45S2Z5UGNuOWM4SUhncmorTDhlK29qVCtKTU5nSHdaeUJxY1hiWkJic0VvZlF4Y014S2VTbENjd0lTSmcybWhlQktSYjY3REJxVG91bm9sUkQ5UFZGaFNKZ0RCY0lxTnh0ajJlUGJjN2JBNXlOa3ZUeHBHYmgxVkN3ZTJINkhZbGI1WnhLbnhYL3lpd3hIdHFOalFUSDdQdmxiRFFXZUxjOW45cHNoL1ROMy9nUnlGMUlrRG1pT0FlSDA4TEF5Rjd6SFR1c2dqZzRsZWZSUWpsaUhqa0FaZVNodEhvTkVUMk1obTdoTHNZS2RaYUhGQUN2Q0tHTzBZL3h6UFRRdVFYZXpYUiszek56aUFQU2tMemNWblJmN1NQV0h2ZGt2YVkvUXQxblRGdHkvc1ZTWVRtT0YrZlk2WXBubUpQUmZOVkJkbkMzVVFRU2VUV0tZVEd6VDNINnhJK21Da3RDVEd2U0hKOE4yVGtabzBmUWNWVGtJWUpGbWVQZmVlK1ViVDhTdHpaaG5LS0lYeDkwQ0s3NGxCbXpmc1dWbHhTWFRZL1dwQU5obE9uV01LdE1CZXp1ajRUeS9OSHlOQnJucEVnQi9YV3V3dXR6aElCVnpBVXRDcE16b28ybTU2Yjd5c05aK09VQ0FVY3JRVEdmSkcyVWdPQjNKdnZSSTVvOG5YeUdlVnI2ZDZMNlhCb2pqL1JaUjlRUDdwbjA1T2R0K3E2ZWNhYmVFRnduNGlIY2J3OFJKMUxJVk1iemRKandCVGRyUkRZRFU3ZjRPQ1lEaUJ1QW9XWlh1ZDhYZjFTMUZYTnQ0VkZ3QnAxOC92UzJZUnl4SnRyMFVwN2lXRnZmOFpDZGVET2o1VG05ZVJDRm8vTitQbFdoU2FGb1JjTFRhK2MzNU5KOUFsMVlVNE92ZlAxOTlCdTZKb3NXem1mYTlXYTZoWjhNZFBla1h4dzJTd3M1MTU4eGpuZFhaZjJEOHJCSytZODU0Zkw3dVZrNTVoM1dHcHowWitCNnk0YmJaSHVicFhqaTcvZzl1VlF4azMyRjNVRTlxTjNpajFPRmdFRGtnZ29Bb0tIUklEMGN4SEF5aFVPdUg5RkVZK0lRNjhpQXU3S1FDSkFPRndnM0pvZ0F1cE1CWGVyUDRUOXIwMUtlQVF6WDBadG5WczdEek00bmxtTTREbXRrS2ZDSWFvczM1aTJUTm81aVFsVzBScXM4ZWJiSWsrMnQycDN0Q1RVOG9NbmlLYmhWWmVRVnZad1J2U1E3cm96OURVSnZUdGNlNjRybnZRaVBrQUoxNHZUTVYyTDloWW9yTTRoQnVTMVB6ZXYxT1pVRXlYRXVlUEU4VnlyRUFIS2ZJM1FXcU5VdEFLQjhyd0JXV2VUSDlWY0NvM1RTeURHdzFLOEhDUWJDbjR1dEJpTm9la3VMN3BEVjhzNWRhbTU0QzZEVm1qMjF3WENEVTd1N1h4R09sOTJvMUtNYkNHNHoxZmFQQ1VjQkRWUXFVU2Q0bGwrTklLSFdQMHpqRlVZM3Yya3ZZR0Yzc1czYjM5MUZhZU1tMTNaT05uUjF5Z0M1RHVkMUY2SGFGTjdRUVduQ0JvaEhBZlZwcU1tbTltUHdyaTJvNk56SzA0SkRBbmhkdExRbkhJMG1JVGJRdGNQbkYvZjhuNE5OVHg5T1gvZGVTS0dGckFXSUJ5RExkUG9aNnA4L0ZZNkQ4SitqZnNPRDlFSUJUM1k1RkxhY3ZZZTFMdlZJcXNjVE1TUTlmZnpCNE9URUxSYWQ2U1NvcEc2UzQ4OWJxYXFnVUJFMlZrZnJOL1pjUkIzWXFpZThPWmFDTjF5L0hCT0llNlhvcmVkVFUvSXlYcC9qaGxBZGIzV2pENzZNS1ZlYUJwNFJGZW16MS9ES3JJSmlnNU1yWk03ZUMzU1MrbmF2djFuREo4SDNUd0xnNzdsank1SHJwd2NxbjdtRDJ0OEYxV2ExWE9WY1JlRUxvS3ZQL0hxRVoxTlN5UnNzWnZhME44Ny9IT2hBVUtySU56b0x0Ukh1QnljS2w4U1hrd1VTdHR4RmxrY1lYY0dJc3VweTR5cHBxWjdiaTBMeFdvbTFJU2h0enhEenBRUnFudnpmNmlIOHpMTmFvcEhZdlI2SE01emRzWWY3K2VjekZ1TEY0ZmhHaDBxV3NuVjFSbVBHV1RNdEhOYU1zdGEwL1VoRmk5N2liZGhrNzE1eXVISjA5eUZOMkVPQVJzK0ZubFkremVub2dwK0xia1BocE9zSUV4aXB5RUIwME5WRWY0RkNUNEg1OTIyOWkrZUk0Qzl1cHF3UmxKblpWRjRtMFdwZ3ZmczBreG0wcWlkVWk4ZFBpWnQvc0ZXNGVDMXUwWEhoUUYyNGlvUVgwNjNnKzJJK1dUKy92V1V5TUZkdVI5dDhhR2JXTkxVSkJZYm54UDRRNENENWhpWHIzMzhkVktxZEc1Umo3ZWo1Wit3M2NJQUEvTHBUdlpQZFJNQmpaOHlQQnpaZW5GVzUzeHRhRTVoNzRZOTNLS2VlVTM4VXVIb0ZwOWthelZXNlppODUrRzlqdWJqdnhJRzJQaTBOM2hxMEhTZUpQTElPOG1jam5hd1Z0NXJTUGg5ODBCWm8xVkExSTQwcjFKckp4WE8wNDk5dHVyYVUwVDBpYTFacFVjcmdqNEhKdExJbFdrOUhwUS84cnIwWHVPNTVYM2c3VkcrTE94NXU5T0NlQjBKaHZxRjh1cGltTm94dnRIbUpRTDFJaExBRW01NzFUeU03UGRjNVhJY1RqeW5OcGt1ZE1CNnArRzZUT3NZK2ZkdEJpMUp0Y1FERUs3WDFPdWFkUlE3RjZIZGVPSjl1dkFFclBlbEZIZWYybXpXcFpLazE5aTZHZzlSMkpaZE9PbFFQUldoSG5LRDkwN3NyaUNMQjJ5QjN0b05xUmh4SzVGQkNiTHJVS2F1YnVOZlRoU3NCZnV4VU40RFFmU0pMNEpZbC9GbUd2YWpiZHM0L2tQNVQzOFZQbUk1YU44b1BaMWtjai90V2R1OUVPZGlWdzIvdzVuWDNPM2RuamlXR2RaY2ZoTjRrYzQxYWZRWkMzTU5jemV4LzJLd2laY0x1dGxueDl5cDY5cXpjNHh6Y0YwaTd4Vno0ZWJZWTJqd3U5NXVUQWROWHEzU0k3S3NnQmZkMFJ3MmxlcjZpMUVLRFV1dmNydHpicnNIZVNScHU4djNNdi9FOUFibitCcnFRdmtWNkNzbkx3RnRMUHdOYkt5OUU4dXRJK1BVK1Rxd0FodnNjNW81TkR2clRaWDFKZGk2TjR3VE5iakRDbnpGU3g5cTFvaWhsVyt3czJGeFFZdTlwaDZyUkt0UnRmTUtGTVVsak9ZMVZFRTdSU1dldktrbXZnNkQwWEw4czlBVzZoUGhkS0VwcExYNkJIYXlnVDVyTGZhSUFFMjZReG4vRU9JQ1c1NXZlbFkvV2o1QlBNbkJwUGp0eTJWMW82MnlsamU2Zlcrd0xkUDRucFdFZkN1OHR3ZFUyTW9kVW5lQUxTclpTNWo1Q2hDNlFKMWU1Qmd4OVRMRUFXTGlnZEJaQlVFbFhXZCtiaWV5d3JUVTFXeUVQbERabEN5Y1d2SWRnbEFYSXZlQ3lpcy9jYnZIWm9rMjhKRWx0TTRFeWNUTGgzQ2lmeWF5YmV6RGw3b1VNM2E4N3FKZHdRZmNsQWpneVNKS205cWhzYkVrNmJFWVBVMitPNnlaZjNSOU54OFB2KzJKNisvQmFIaWpoanBXOHcweUJyWnJZeEtzbFRUZVBzcmdnU3BFcVRKQ2JQZlZEOTJ2L1NZK0M4TDcxSmRualNZd2Z2MExoYXJqMEVLeWxOU2Q0SEhDY3FIeGl4MUxuUDB2bEYyemRuSU9jT0dIVmNsR1prMG1JMTFCVXo3S3VoM0dkdTdWZmc4bnNNK0d1ejcrbnRmL3dzK004K25hY0NwaXE4bytkMDI2c3QrNE9JK3p4QTAwaVlsaU9ET0RwbXlOUGJxdmprOWdOVDQ5WE5GNnlQM082a1hZRHFLaGcxTmgvZ3UrTEs5TW5LRjAwZ0JHVXJodENYMElDWVc5MlpSK3B6U0cydEYybmJyYm9CemRtQ3RRb3AvaUhvaUlYSEZaUXFNbm16WnYxdExQUFNicXRWQ1lNN1BpOXNZUDhmUTRYcFpYNG5PS2pXSTFlNzgxZjdueTZlS21VRDVjbk8ySEU5M0hTdEk1VG55MUFxRnEreWJOUXF1ejlSWEplTG5sSjNQZlVQWGxodEFOY2txQW9MWkdzNXZuMmRBMnhnNWZWOExTdGU2ZS9qZzE1SzgwOUZFRWZBODJsYThPUUhoZUUrSmJ4ZCtIVExNVDY1QXc0YTBJMnd2alRTdXZINm4wZG01anJScmFmWjVUUnc3MFltK2NxVWJDL1JydUtKckYrQjkvdmR6bTNsZk1maHMzNWdGTjF0ZUVmQlVCMlhoeDJVc2dVanpVeUdWQkhmaGpOVzVyTFMyMFZrK21ueU5Xa1BtZ0lyb3k5TXBSTm1oSys3cEt1eGx2OFFTVm1qOGE0ZUY3Nm9zLy9rYVVvaGJVdDF5SnZMUTRWc1BXeU9hYXYxRzhoMnZPRFNSZmV1Q1dYYjFiM3lqbmFtUkdvTzM4dTlMVDlqWEJhd1pZRGY5ZDFvVHlPNGdnUC9pKzlxd21qRlA0NDZiTXdjcURmdXBIL21BdWFIeTZIeENGMHFuRXFYY1R2V3hxZlZPWTFocktQdGJtZkE5dHQzcjNRSTlxbXVPMmp3NDNoUEszeE1Lc0FFR3hWWDRXbHdUZkY4SS94elgzSjRQNFljVFFJd3V0aDNqM3p3UWlzZHpDZ2xDeHg3VUYrYzB0Q0huejJKSlFmNEtTVGc5bjM0clg2cDdWNzREOTdnUXB0MWNnS3B2YUg3a2U0MS8wbE4rODd6U2NFQUhGTS93QWhMcXB6bGNRcEloVkgwV0JZRFQvc3FETzV5MVN6dHNRWjRkUHVKK1ZXSlpseGR6aGdDbWtZK00xNEh3SjJPQ2JtenVyeitvdHBJWXI1eFZoVC9aZ1ZaTDRKMHREL05SZUxZeWphTGIycnlKUU9GVkNzZ2h3RXp5aWhWWlZQZHJQcW5Ta0VVWkx0YitFakVXSHV0ZHBSN2xYWFN4NUhiMDBYbFZ1ZFhyRTN0UkFQbXljdTdHb2NKRmpzdXZrUFJmT0cwZGNCc2VlWU9MODhyQ1htOGtaTTFxRzUyTGhUdmR5bXgrdDZWVXh1eFd0dzhaZEt4WFJ1dXFaTzdhN25QTmEvNWN0YklDWEE2L3diaU52Ti9XSUtDUUpidWN0Q2VwcVNEdUpCRVJpZnJjbmR5NFZ2UnRrTW9TN0NHQ1hPZDhWTVM0bDlITnNrdWFmVXVzenFGcE5CU2RWbkdGSEtodWpPQmpFVFNXNjJiU1dEOGxtMUs1LzduQjFjNnJBQk0vTnRIS3R4TWwwWlM2WkFiRVllbWhUZ3A0NG0zb3hxb2lSTStUVXYvc0liKzhEZXRDOGp0NFVsMGRCUnFJNEhlWml5Y3VMUU1LNUlrQXBYRmNCeVlIRzJKTjNEbFZXRVU5MWpqYS85c1c1TjJXZkgxL0l2L21aa2tDUzh5V05mZE5Sa2tSWkpMWUVTNW9SYWpFZ3o5VTVLTzk1b1RIa2xDcU9HUTR4cG4wa25PQllKcE1BNU1iekdWN1M0ekJRR1JOQTJZR2NFYXFLZnliYWpQMkkycjFIQkRCMWpXR1B4T3BUVncrdDRWSHgycndEeDlBam85Ykg5Tllld0NCUEd3bUdoM2trcEI1MjdTSkpJcHVjNGUxRWQ0amFielpWemFzWkFZUGJLZVFadlZYZlRWZkVtOWxwaVNUVmtGaGdveG1USXJOQ3NoUS9XZ2U0R01tbEdZZjBNRTlXNC9MeDVNU3EwT01IOC9MZFA1U1g4eTI4UERPcDI5MnpBdk91emsyUjVzd3pxc1lIbHYyL2k2Nm8wVFdhY2lla3ZzdFN5NGlLcm1pN1dIcHhlOUI1RFEzNTFyUWVsNDNWQ01YVWQzNHNwWXpCd0hTeGRIaTdORkh1cVhxcyt4TEs3dlJVcXQwdGJFeVVPYzNranV2RHBWT25zelRIeWxNRlE0SVNFUkJhbDBodHdET1ZYRG5EZlF6eE5YK1pjUDBGaCtVdytua0kvWUxyRGNkbVdKK3F1SkM3Z1UvaWE3Qjlqd1ZOOE0vWCtmMjJFTnp5TklIMitaSEpuQXVzeTRndFFjSnRKMUhwS3NtMTRIeTE4K3Z3bGpnMTRYTkdhOUxnM0pJRjlrdGhzUXhsTmJwRi9YM2VaTzdYa2VYOWVaaVdrNTFseFBiek9ma09tTTJqWWF0M1hsd2VLKzllVCtROUVOZlBVV0VQcUVYYWdRc0JwUm5Cak9sUFBCK2t2WGpXbG9NaFV6VkpTbnhGNU1iOHlUTU9zRVlPN1YwTjFpbGpENFJPWkZldmF4SVUvQm82TzBiNFR1eUI1aDJHdHhTbXpUNkh2elh6YlJocjFzRy9ISEw2KzZORFJxNkR2bW1GeUlxYjJsM2hVTkNJNlIvakVXaDkwaGpXOExHNjQ5UHpKd2Fub3RNeDA3eGx1UTkxUWFINDJyVUNuOXdESzgvWVB6MXJUTFBUZDJyb2N6cFNmbHJ0eFhWKyszZTA5VGI0OThNclcvY2Y4cXFvMnBaN3hLemNvbVRKM1pXUTN6bVcyNkliSGZuQ0RVNy9zNjdIZXJPUFdINmkySllwbFAvdFdjRWVXcTUvOE1HcmxzZUtmKzd6YjNUUDZxbUozM1ZPMFhHdnlrNS9QNG5MbmFXZWlpdHVtWEZUYlRrVnJFeDVRaHpqSmpGWThKU2tKR1F4R2hiU2FYeXpObFpUeDYzbklPU01RUXpXazBsN2laYnd5d2Y0eDhRekNFZ2JGdE1aQ0xJUGZVYUlwNHBud281M1BvZ3REYmVvZjJQM0dHbnMzbUNsMEhYcUhNcFhzQ1FLUitldEszUDJML1dqSWlDZytxTVpiNWZZNVk1OEhRRzFKSThyMjc4dWZzUkpvYzJGRTlqK3RPaTZuVmhrUVMvWmIvZUVOUW95WEdTeVBMK1Nka0NNMVhleEhJWktheXBkdmZ4OUxEWm5zalNlMDY2eXFyS05VT3h6MTlSbWVjenU2U2o5WkZFSW96YW5GQk94V21sOU5vUzU3ZjBvSWNWLzBlU2Vma28wWjZVN1krSFhVbnVObTF5SGdhRm5CcHN2cUQxNVM5WkhVb2JydmJhNHAzSXlsTlVQRHErd2pTZUd6UG5LK3B5blU5WVhYbWN6bWFvMVlTOGY3dHFMZFh0MzNMNnRvbUs4MHU1MFNkcitvcHF2cDlQMlA1YjhOMDFGTlAwM1VFc0JBaFFERkFBQUFBZ0FySXdlV1g1OXZxV29BUUFBNndNQUFBd0FDUUFBQUFBQUFBQUFBTGFCQUFBQUFHUnZZM1Z0Wlc1MExuaHRiRlZVQlFBSDFKTFJabEJMQVFJVUF4UUFBQUFJQUt5TUhsbkVVNW1HOWhFQUFNd1BBUUFQQUFrQUFBQUFBQUFBQUFDMmdkSUJBQUJ3WVdkbGN5OXdZV2RsTVM1NGJXeFZWQVVBQjlTUzBXWlFTd0VDRkFNVUFBQUFDQUNzakI1WkpQRGIrRG9BQUFBNkFBQUFEZ0FKQUFBQUFBQUFBQUFBdG9IMUV3QUFjbVZzY3k5ZmNtVnNjeTU0Yld4VlZBVUFCOVNTMFdaUVN3RUNGQU1VQUFBQUNBQ3NqQjVaSlBEYitEb0FBQUE2QUFBQUV3QUpBQUFBQUFBQUFBQUF0b0ZiRkFBQWNtVnNjeTl3WVdkbE1WOXlaV3h6TG5odGJGVlVCUUFIMUpMUlpsQkxBUUlVQXhRQUFBQUlBS3lNSGxseHRTU290UU1BQUdNZkFBQUpBQWtBQUFBQUFBQUFBQUMyZ2NZVUFBQjBhR1Z0WlM1NGJXeFZWQVVBQjlTUzBXWlFTd0VDRkFNVUFBQUFDQUNzakI1WlVzTE1QOVVUQUFDbkZRQUFEZ0FKQUFBQUFBQUFBQUFBdG9HaUdBQUFkR2gxYldKdVlXbHNMbXB3WldkVlZBVUFCOVNTMFdaUVN3VUdBQUFBQUFZQUJnQ2RBUUFBb3l3QUFBQUEiLAoJIkZpbGVOYW1lIiA6ICLnu5jlm74xLmVkZHgiCn0K"/>
    </extobj>
  </extobjs>
</s:customData>
</file>

<file path=customXml/itemProps1.xml><?xml version="1.0" encoding="utf-8"?>
<ds:datastoreItem xmlns:ds="http://schemas.openxmlformats.org/officeDocument/2006/customXml" ds:itemID="{F66F6C8A-18E8-4C37-AB5C-EAD04D539A85}">
  <ds:schemaRefs/>
</ds:datastoreItem>
</file>

<file path=customXml/itemProps2.xml><?xml version="1.0" encoding="utf-8"?>
<ds:datastoreItem xmlns:ds="http://schemas.openxmlformats.org/officeDocument/2006/customXml" ds:itemID="{D74ADB4C-FE84-4217-BE6D-4C3183F73A1E}">
  <ds:schemaRefs/>
</ds:datastoreItem>
</file>

<file path=customXml/itemProps3.xml><?xml version="1.0" encoding="utf-8"?>
<ds:datastoreItem xmlns:ds="http://schemas.openxmlformats.org/officeDocument/2006/customXml" ds:itemID="{7B260A09-4577-4549-BFC2-77252BC9CAE8}">
  <ds:schemaRefs>
    <ds:schemaRef ds:uri="http://www.wps.cn/officeDocument/2013/wpsCustomData"/>
  </ds:schemaRefs>
</ds:datastoreItem>
</file>

<file path=customXml/itemProps4.xml><?xml version="1.0" encoding="utf-8"?>
<ds:datastoreItem xmlns:ds="http://schemas.openxmlformats.org/officeDocument/2006/customXml" ds:itemID="{531D7EA1-4082-4081-8DED-A629977DB704}">
  <ds:schemaRefs/>
</ds:datastoreItem>
</file>

<file path=customXml/itemProps5.xml><?xml version="1.0" encoding="utf-8"?>
<ds:datastoreItem xmlns:ds="http://schemas.openxmlformats.org/officeDocument/2006/customXml" ds:itemID="{FF479C49-B5E7-46C9-A076-698B6F1A1328}">
  <ds:schemaRefs/>
</ds:datastoreItem>
</file>

<file path=customXml/itemProps6.xml><?xml version="1.0" encoding="utf-8"?>
<ds:datastoreItem xmlns:ds="http://schemas.openxmlformats.org/officeDocument/2006/customXml" ds:itemID="{B502FD9E-B9B6-4603-8C10-8A9A5C1D9E46}">
  <ds:schemaRefs/>
</ds:datastoreItem>
</file>

<file path=customXml/itemProps7.xml><?xml version="1.0" encoding="utf-8"?>
<ds:datastoreItem xmlns:ds="http://schemas.openxmlformats.org/officeDocument/2006/customXml" ds:itemID="{5F9963F3-6BA6-4B29-AEF9-22952FEF8075}">
  <ds:schemaRefs/>
</ds:datastoreItem>
</file>

<file path=customXml/itemProps8.xml><?xml version="1.0" encoding="utf-8"?>
<ds:datastoreItem xmlns:ds="http://schemas.openxmlformats.org/officeDocument/2006/customXml" ds:itemID="{35FF233E-8862-4054-8E66-41282D37B3A9}">
  <ds:schemaRefs/>
</ds:datastoreItem>
</file>

<file path=customXml/itemProps9.xml><?xml version="1.0" encoding="utf-8"?>
<ds:datastoreItem xmlns:ds="http://schemas.openxmlformats.org/officeDocument/2006/customXml" ds:itemID="{FF25C668-FA43-40D2-BAB6-F6146088E051}">
  <ds:schemaRefs/>
</ds:datastoreItem>
</file>

<file path=customXml/itemProps10.xml><?xml version="1.0" encoding="utf-8"?>
<ds:datastoreItem xmlns:ds="http://schemas.openxmlformats.org/officeDocument/2006/customXml" ds:itemID="{B9817CAF-ADC6-4A41-B13B-EA4730423EB1}">
  <ds:schemaRefs/>
</ds:datastoreItem>
</file>

<file path=customXml/itemProps11.xml><?xml version="1.0" encoding="utf-8"?>
<ds:datastoreItem xmlns:ds="http://schemas.openxmlformats.org/officeDocument/2006/customXml" ds:itemID="{F2A10D8E-1637-4987-92DD-EDF7C431D790}">
  <ds:schemaRefs/>
</ds:datastoreItem>
</file>

<file path=customXml/itemProps12.xml><?xml version="1.0" encoding="utf-8"?>
<ds:datastoreItem xmlns:ds="http://schemas.openxmlformats.org/officeDocument/2006/customXml" ds:itemID="{BE716444-EF61-4D22-90D6-428A2D3DD436}">
  <ds:schemaRefs/>
</ds:datastoreItem>
</file>

<file path=customXml/itemProps13.xml><?xml version="1.0" encoding="utf-8"?>
<ds:datastoreItem xmlns:ds="http://schemas.openxmlformats.org/officeDocument/2006/customXml" ds:itemID="{5F2CCB14-7950-4248-A1A3-C22891776B15}">
  <ds:schemaRefs/>
</ds:datastoreItem>
</file>

<file path=customXml/itemProps14.xml><?xml version="1.0" encoding="utf-8"?>
<ds:datastoreItem xmlns:ds="http://schemas.openxmlformats.org/officeDocument/2006/customXml" ds:itemID="{79D5C33E-66E0-494C-9E12-F0F1AD8A83A6}">
  <ds:schemaRefs/>
</ds:datastoreItem>
</file>

<file path=customXml/itemProps15.xml><?xml version="1.0" encoding="utf-8"?>
<ds:datastoreItem xmlns:ds="http://schemas.openxmlformats.org/officeDocument/2006/customXml" ds:itemID="{C4F7CE94-8CFC-41EE-9B9E-F9A898E56BA8}">
  <ds:schemaRefs/>
</ds:datastoreItem>
</file>

<file path=customXml/itemProps16.xml><?xml version="1.0" encoding="utf-8"?>
<ds:datastoreItem xmlns:ds="http://schemas.openxmlformats.org/officeDocument/2006/customXml" ds:itemID="{B35832DF-6A8C-4A7C-8CD4-38A31FEE5789}">
  <ds:schemaRefs/>
</ds:datastoreItem>
</file>

<file path=customXml/itemProps17.xml><?xml version="1.0" encoding="utf-8"?>
<ds:datastoreItem xmlns:ds="http://schemas.openxmlformats.org/officeDocument/2006/customXml" ds:itemID="{781ADCA4-7926-4604-B7E0-A3E1926B0914}">
  <ds:schemaRefs/>
</ds:datastoreItem>
</file>

<file path=customXml/itemProps18.xml><?xml version="1.0" encoding="utf-8"?>
<ds:datastoreItem xmlns:ds="http://schemas.openxmlformats.org/officeDocument/2006/customXml" ds:itemID="{1F29E829-89D7-4B4C-8920-4052E71A33F7}">
  <ds:schemaRefs/>
</ds:datastoreItem>
</file>

<file path=customXml/itemProps19.xml><?xml version="1.0" encoding="utf-8"?>
<ds:datastoreItem xmlns:ds="http://schemas.openxmlformats.org/officeDocument/2006/customXml" ds:itemID="{4FEB6238-FCD3-4ACA-BF4A-2A26ED2C9021}">
  <ds:schemaRefs/>
</ds:datastoreItem>
</file>

<file path=customXml/itemProps20.xml><?xml version="1.0" encoding="utf-8"?>
<ds:datastoreItem xmlns:ds="http://schemas.openxmlformats.org/officeDocument/2006/customXml" ds:itemID="{EB12ACCC-4140-48A0-9426-8C01E83BADBF}">
  <ds:schemaRefs/>
</ds:datastoreItem>
</file>

<file path=customXml/itemProps21.xml><?xml version="1.0" encoding="utf-8"?>
<ds:datastoreItem xmlns:ds="http://schemas.openxmlformats.org/officeDocument/2006/customXml" ds:itemID="{454ABB4F-5058-4596-A934-C9A2DE23AB78}">
  <ds:schemaRefs/>
</ds:datastoreItem>
</file>

<file path=customXml/itemProps22.xml><?xml version="1.0" encoding="utf-8"?>
<ds:datastoreItem xmlns:ds="http://schemas.openxmlformats.org/officeDocument/2006/customXml" ds:itemID="{1E84189A-CCAA-4BB7-B691-A0EF94848A7A}">
  <ds:schemaRefs/>
</ds:datastoreItem>
</file>

<file path=customXml/itemProps23.xml><?xml version="1.0" encoding="utf-8"?>
<ds:datastoreItem xmlns:ds="http://schemas.openxmlformats.org/officeDocument/2006/customXml" ds:itemID="{3E72CEFC-3CC2-4671-8429-14AA2DD0A9C7}">
  <ds:schemaRefs/>
</ds:datastoreItem>
</file>

<file path=customXml/itemProps24.xml><?xml version="1.0" encoding="utf-8"?>
<ds:datastoreItem xmlns:ds="http://schemas.openxmlformats.org/officeDocument/2006/customXml" ds:itemID="{F390F88A-4296-4A01-AA63-A9ACDD07B33C}">
  <ds:schemaRefs/>
</ds:datastoreItem>
</file>

<file path=customXml/itemProps25.xml><?xml version="1.0" encoding="utf-8"?>
<ds:datastoreItem xmlns:ds="http://schemas.openxmlformats.org/officeDocument/2006/customXml" ds:itemID="{3A96C664-4801-4022-BF65-7C168C20628E}">
  <ds:schemaRefs/>
</ds:datastoreItem>
</file>

<file path=customXml/itemProps26.xml><?xml version="1.0" encoding="utf-8"?>
<ds:datastoreItem xmlns:ds="http://schemas.openxmlformats.org/officeDocument/2006/customXml" ds:itemID="{E4A086D6-BF2C-4024-9AD1-0BE88EA19371}">
  <ds:schemaRefs/>
</ds:datastoreItem>
</file>

<file path=customXml/itemProps27.xml><?xml version="1.0" encoding="utf-8"?>
<ds:datastoreItem xmlns:ds="http://schemas.openxmlformats.org/officeDocument/2006/customXml" ds:itemID="{B01143D5-6222-4A47-BE3F-10F552DB9655}">
  <ds:schemaRefs/>
</ds:datastoreItem>
</file>

<file path=customXml/itemProps28.xml><?xml version="1.0" encoding="utf-8"?>
<ds:datastoreItem xmlns:ds="http://schemas.openxmlformats.org/officeDocument/2006/customXml" ds:itemID="{F8EE4410-8BE9-4B38-8C7A-79832B77BD93}">
  <ds:schemaRefs/>
</ds:datastoreItem>
</file>

<file path=customXml/itemProps29.xml><?xml version="1.0" encoding="utf-8"?>
<ds:datastoreItem xmlns:ds="http://schemas.openxmlformats.org/officeDocument/2006/customXml" ds:itemID="{94CE8828-E299-4050-93A3-4DA2F7F8BD58}">
  <ds:schemaRefs/>
</ds:datastoreItem>
</file>

<file path=customXml/itemProps30.xml><?xml version="1.0" encoding="utf-8"?>
<ds:datastoreItem xmlns:ds="http://schemas.openxmlformats.org/officeDocument/2006/customXml" ds:itemID="{D85FBB68-6A4F-4594-9956-3D5E5321C299}">
  <ds:schemaRefs/>
</ds:datastoreItem>
</file>

<file path=customXml/itemProps31.xml><?xml version="1.0" encoding="utf-8"?>
<ds:datastoreItem xmlns:ds="http://schemas.openxmlformats.org/officeDocument/2006/customXml" ds:itemID="{C329B9B0-E92A-4355-8FE3-4E420BA648FC}">
  <ds:schemaRefs/>
</ds:datastoreItem>
</file>

<file path=customXml/itemProps32.xml><?xml version="1.0" encoding="utf-8"?>
<ds:datastoreItem xmlns:ds="http://schemas.openxmlformats.org/officeDocument/2006/customXml" ds:itemID="{3BE456A6-0C61-4A4A-BCFC-21009E8E5193}">
  <ds:schemaRefs/>
</ds:datastoreItem>
</file>

<file path=customXml/itemProps33.xml><?xml version="1.0" encoding="utf-8"?>
<ds:datastoreItem xmlns:ds="http://schemas.openxmlformats.org/officeDocument/2006/customXml" ds:itemID="{35A25D01-9226-4798-A392-A9F6DAAA87CF}">
  <ds:schemaRefs/>
</ds:datastoreItem>
</file>

<file path=customXml/itemProps34.xml><?xml version="1.0" encoding="utf-8"?>
<ds:datastoreItem xmlns:ds="http://schemas.openxmlformats.org/officeDocument/2006/customXml" ds:itemID="{A7B31DB7-DFC5-4736-8960-AB0E69CC9FBF}">
  <ds:schemaRefs/>
</ds:datastoreItem>
</file>

<file path=customXml/itemProps35.xml><?xml version="1.0" encoding="utf-8"?>
<ds:datastoreItem xmlns:ds="http://schemas.openxmlformats.org/officeDocument/2006/customXml" ds:itemID="{D5A34111-86CD-4AF7-A021-5D7046EAD1FD}">
  <ds:schemaRefs/>
</ds:datastoreItem>
</file>

<file path=customXml/itemProps36.xml><?xml version="1.0" encoding="utf-8"?>
<ds:datastoreItem xmlns:ds="http://schemas.openxmlformats.org/officeDocument/2006/customXml" ds:itemID="{1C89836B-B822-46F9-BC85-792BB3E7A7ED}">
  <ds:schemaRefs/>
</ds:datastoreItem>
</file>

<file path=customXml/itemProps37.xml><?xml version="1.0" encoding="utf-8"?>
<ds:datastoreItem xmlns:ds="http://schemas.openxmlformats.org/officeDocument/2006/customXml" ds:itemID="{9979867F-AFEF-4373-90B1-DB7E5FA0D1B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724</Words>
  <Application>Microsoft Office PowerPoint</Application>
  <PresentationFormat>宽屏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Arial</vt:lpstr>
      <vt:lpstr>Segoe UI Symbol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宇</dc:creator>
  <cp:lastModifiedBy>Tianxiang Li</cp:lastModifiedBy>
  <cp:revision>69</cp:revision>
  <dcterms:created xsi:type="dcterms:W3CDTF">2018-04-18T10:20:00Z</dcterms:created>
  <dcterms:modified xsi:type="dcterms:W3CDTF">2026-04-11T06:30:02Z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KSOTemplateUUID">
    <vt:lpwstr>v1.0_mb_YgC7wBXT4Oev869MiEaeRA==</vt:lpwstr>
  </property>
  <property fmtid="{D5CDD505-2E9C-101B-9397-08002B2CF9AE}" pid="4" name="ICV">
    <vt:lpwstr>FD5479E85E144C388AC4844707E6E096_13</vt:lpwstr>
  </property>
</Properties>
</file>